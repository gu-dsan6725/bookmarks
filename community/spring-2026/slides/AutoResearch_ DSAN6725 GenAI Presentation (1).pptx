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Audiowide"/>
      <p:regular r:id="rId21"/>
    </p:embeddedFont>
    <p:embeddedFont>
      <p:font typeface="Bebas Neue"/>
      <p:regular r:id="rId22"/>
    </p:embeddedFont>
    <p:embeddedFont>
      <p:font typeface="Varela Round"/>
      <p:regular r:id="rId23"/>
    </p:embeddedFont>
    <p:embeddedFont>
      <p:font typeface="PT Sans"/>
      <p:regular r:id="rId24"/>
      <p:bold r:id="rId25"/>
      <p:italic r:id="rId26"/>
      <p:boldItalic r:id="rId27"/>
    </p:embeddedFon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76813E-0FE0-4213-A106-259ECF005FA4}">
  <a:tblStyle styleId="{0B76813E-0FE0-4213-A106-259ECF005FA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BebasNeue-regular.fntdata"/><Relationship Id="rId21" Type="http://schemas.openxmlformats.org/officeDocument/2006/relationships/font" Target="fonts/Audiowide-regular.fntdata"/><Relationship Id="rId24" Type="http://schemas.openxmlformats.org/officeDocument/2006/relationships/font" Target="fonts/PTSans-regular.fntdata"/><Relationship Id="rId23" Type="http://schemas.openxmlformats.org/officeDocument/2006/relationships/font" Target="fonts/VarelaRoun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TSans-italic.fntdata"/><Relationship Id="rId25" Type="http://schemas.openxmlformats.org/officeDocument/2006/relationships/font" Target="fonts/PTSans-bold.fntdata"/><Relationship Id="rId28" Type="http://schemas.openxmlformats.org/officeDocument/2006/relationships/font" Target="fonts/RobotoMono-regular.fntdata"/><Relationship Id="rId27" Type="http://schemas.openxmlformats.org/officeDocument/2006/relationships/font" Target="fonts/PT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ce93a73f2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ce93a73f2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cbe8cbb7b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cbe8cbb7b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be8cbb7b0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cbe8cbb7b0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Is autoresearch just autonomous hyperparameter tuning?</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It's more than that.</a:t>
            </a:r>
            <a:r>
              <a:rPr lang="en">
                <a:solidFill>
                  <a:schemeClr val="dk1"/>
                </a:solidFill>
              </a:rPr>
              <a:t> Traditional hyperparameter tuning (like grid search or Bayesian optimization) only adjusts </a:t>
            </a:r>
            <a:r>
              <a:rPr i="1" lang="en">
                <a:solidFill>
                  <a:schemeClr val="dk1"/>
                </a:solidFill>
              </a:rPr>
              <a:t>numbers</a:t>
            </a:r>
            <a:r>
              <a:rPr lang="en">
                <a:solidFill>
                  <a:schemeClr val="dk1"/>
                </a:solidFill>
              </a:rPr>
              <a:t> — learning rate, batch size, dropout, etc.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Autoresearch can change: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Hyperparameters (yes)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Model architecture</a:t>
            </a:r>
            <a:r>
              <a:rPr lang="en">
                <a:solidFill>
                  <a:schemeClr val="dk1"/>
                </a:solidFill>
              </a:rPr>
              <a:t> (depth, width, attention patterns)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Optimizer choice</a:t>
            </a:r>
            <a:r>
              <a:rPr lang="en">
                <a:solidFill>
                  <a:schemeClr val="dk1"/>
                </a:solidFill>
              </a:rPr>
              <a:t> (switch from AdamW to Muon)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Initialization strategies</a:t>
            </a:r>
            <a:r>
              <a:rPr lang="en">
                <a:solidFill>
                  <a:schemeClr val="dk1"/>
                </a:solidFill>
              </a:rPr>
              <a:t> (Kaiming, Xavier)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Normalization schemes</a:t>
            </a:r>
            <a:r>
              <a:rPr lang="en">
                <a:solidFill>
                  <a:schemeClr val="dk1"/>
                </a:solidFill>
              </a:rPr>
              <a:t> (LayerNorm, RMSNorm)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Basically </a:t>
            </a:r>
            <a:r>
              <a:rPr b="1" lang="en">
                <a:solidFill>
                  <a:schemeClr val="dk1"/>
                </a:solidFill>
              </a:rPr>
              <a:t>any code</a:t>
            </a:r>
            <a:r>
              <a:rPr lang="en">
                <a:solidFill>
                  <a:schemeClr val="dk1"/>
                </a:solidFill>
              </a:rPr>
              <a:t> in the training file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it's closer to </a:t>
            </a:r>
            <a:r>
              <a:rPr b="1" lang="en">
                <a:solidFill>
                  <a:schemeClr val="dk1"/>
                </a:solidFill>
              </a:rPr>
              <a:t>autonomous ML research</a:t>
            </a:r>
            <a:r>
              <a:rPr lang="en">
                <a:solidFill>
                  <a:schemeClr val="dk1"/>
                </a:solidFill>
              </a:rPr>
              <a:t> than just tuning knobs.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ce93a73f2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ce93a73f2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ce93a73f2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ce93a73f2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"So how does it actually work? It's surprisingly simple—just three files. </a:t>
            </a:r>
            <a:endParaRPr/>
          </a:p>
          <a:p>
            <a:pPr indent="0" lvl="0" marL="0" rtl="0" algn="l">
              <a:lnSpc>
                <a:spcPct val="115000"/>
              </a:lnSpc>
              <a:spcBef>
                <a:spcPts val="1200"/>
              </a:spcBef>
              <a:spcAft>
                <a:spcPts val="0"/>
              </a:spcAft>
              <a:buNone/>
            </a:pPr>
            <a:r>
              <a:rPr b="1" lang="en">
                <a:solidFill>
                  <a:srgbClr val="188038"/>
                </a:solidFill>
                <a:latin typeface="Roboto Mono"/>
                <a:ea typeface="Roboto Mono"/>
                <a:cs typeface="Roboto Mono"/>
                <a:sym typeface="Roboto Mono"/>
              </a:rPr>
              <a:t>prepare.py</a:t>
            </a:r>
            <a:r>
              <a:rPr lang="en">
                <a:solidFill>
                  <a:schemeClr val="dk1"/>
                </a:solidFill>
              </a:rPr>
              <a:t> — Downloads data, trains the tokenizer, sets up evaluation. This is the "infrastructure" that stays constant.</a:t>
            </a:r>
            <a:endParaRPr>
              <a:solidFill>
                <a:schemeClr val="dk1"/>
              </a:solidFill>
            </a:endParaRPr>
          </a:p>
          <a:p>
            <a:pPr indent="0" lvl="0" marL="0" rtl="0" algn="l">
              <a:lnSpc>
                <a:spcPct val="115000"/>
              </a:lnSpc>
              <a:spcBef>
                <a:spcPts val="1200"/>
              </a:spcBef>
              <a:spcAft>
                <a:spcPts val="0"/>
              </a:spcAft>
              <a:buNone/>
            </a:pPr>
            <a:r>
              <a:rPr b="1" lang="en">
                <a:solidFill>
                  <a:srgbClr val="188038"/>
                </a:solidFill>
                <a:latin typeface="Roboto Mono"/>
                <a:ea typeface="Roboto Mono"/>
                <a:cs typeface="Roboto Mono"/>
                <a:sym typeface="Roboto Mono"/>
              </a:rPr>
              <a:t>train.py</a:t>
            </a:r>
            <a:r>
              <a:rPr lang="en">
                <a:solidFill>
                  <a:schemeClr val="dk1"/>
                </a:solidFill>
              </a:rPr>
              <a:t> — A working baseline training script. The model trains, it's just not optimized. This is the </a:t>
            </a:r>
            <a:r>
              <a:rPr b="1" lang="en">
                <a:solidFill>
                  <a:schemeClr val="dk1"/>
                </a:solidFill>
              </a:rPr>
              <a:t>starting point</a:t>
            </a:r>
            <a:r>
              <a:rPr lang="en">
                <a:solidFill>
                  <a:schemeClr val="dk1"/>
                </a:solidFill>
              </a:rPr>
              <a:t> the agent improves upon.</a:t>
            </a:r>
            <a:endParaRPr>
              <a:solidFill>
                <a:schemeClr val="dk1"/>
              </a:solidFill>
            </a:endParaRPr>
          </a:p>
          <a:p>
            <a:pPr indent="0" lvl="0" marL="0" rtl="0" algn="l">
              <a:lnSpc>
                <a:spcPct val="115000"/>
              </a:lnSpc>
              <a:spcBef>
                <a:spcPts val="1200"/>
              </a:spcBef>
              <a:spcAft>
                <a:spcPts val="0"/>
              </a:spcAft>
              <a:buNone/>
            </a:pPr>
            <a:r>
              <a:rPr b="1" lang="en">
                <a:solidFill>
                  <a:srgbClr val="188038"/>
                </a:solidFill>
                <a:latin typeface="Roboto Mono"/>
                <a:ea typeface="Roboto Mono"/>
                <a:cs typeface="Roboto Mono"/>
                <a:sym typeface="Roboto Mono"/>
              </a:rPr>
              <a:t>program.md</a:t>
            </a:r>
            <a:r>
              <a:rPr lang="en">
                <a:solidFill>
                  <a:schemeClr val="dk1"/>
                </a:solidFill>
              </a:rPr>
              <a:t> — Instructions telling the agent what to do, what metric to optimize, constraints, etc.</a:t>
            </a:r>
            <a:endParaRPr>
              <a:solidFill>
                <a:schemeClr val="dk1"/>
              </a:solidFill>
            </a:endParaRPr>
          </a:p>
          <a:p>
            <a:pPr indent="0" lvl="0" marL="0" rtl="0" algn="l">
              <a:lnSpc>
                <a:spcPct val="115000"/>
              </a:lnSpc>
              <a:spcBef>
                <a:spcPts val="1800"/>
              </a:spcBef>
              <a:spcAft>
                <a:spcPts val="0"/>
              </a:spcAft>
              <a:buNone/>
            </a:pPr>
            <a:r>
              <a:rPr b="1" lang="en" sz="1700">
                <a:solidFill>
                  <a:schemeClr val="dk1"/>
                </a:solidFill>
              </a:rPr>
              <a:t>Then the agent takes over</a:t>
            </a:r>
            <a:endParaRPr b="1" sz="1700">
              <a:solidFill>
                <a:schemeClr val="dk1"/>
              </a:solidFill>
            </a:endParaRPr>
          </a:p>
          <a:p>
            <a:pPr indent="0" lvl="0" marL="0" rtl="0" algn="l">
              <a:lnSpc>
                <a:spcPct val="115000"/>
              </a:lnSpc>
              <a:spcBef>
                <a:spcPts val="1200"/>
              </a:spcBef>
              <a:spcAft>
                <a:spcPts val="0"/>
              </a:spcAft>
              <a:buNone/>
            </a:pPr>
            <a:r>
              <a:rPr lang="en">
                <a:solidFill>
                  <a:schemeClr val="dk1"/>
                </a:solidFill>
              </a:rPr>
              <a:t>Starting from the human-written </a:t>
            </a:r>
            <a:r>
              <a:rPr lang="en">
                <a:solidFill>
                  <a:srgbClr val="188038"/>
                </a:solidFill>
                <a:latin typeface="Roboto Mono"/>
                <a:ea typeface="Roboto Mono"/>
                <a:cs typeface="Roboto Mono"/>
                <a:sym typeface="Roboto Mono"/>
              </a:rPr>
              <a:t>train.py</a:t>
            </a:r>
            <a:r>
              <a:rPr lang="en">
                <a:solidFill>
                  <a:schemeClr val="dk1"/>
                </a:solidFill>
              </a:rPr>
              <a:t>, the agent: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Reads 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Proposes changes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Tests them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Keeps or discards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Builds up improvements</a:t>
            </a:r>
            <a:endParaRPr/>
          </a:p>
          <a:p>
            <a:pPr indent="0" lvl="0" marL="0" rtl="0" algn="l">
              <a:lnSpc>
                <a:spcPct val="115000"/>
              </a:lnSpc>
              <a:spcBef>
                <a:spcPts val="1200"/>
              </a:spcBef>
              <a:spcAft>
                <a:spcPts val="0"/>
              </a:spcAft>
              <a:buClr>
                <a:schemeClr val="dk1"/>
              </a:buClr>
              <a:buSzPts val="1100"/>
              <a:buFont typeface="Arial"/>
              <a:buNone/>
            </a:pPr>
            <a:r>
              <a:rPr lang="en"/>
              <a:t>The agent reads the training code, comes up with an idea—maybe 'what if I change the learning rate?' or 'what if I use a different architecture?'—then it modifies the code, runs a 5-minute training experiment, checks if the validation loss improved, and either keeps the change or throws it away. Then it repeats.</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ce93a73f2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ce93a73f2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the fixed 5-minute training budget. When you're comparing experiments, you have a problem: a tiny model trains fast, a huge model trains slow. Different batch sizes, architectures, optimizers all affect speed How do you compare them?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Karpathy's solution is to cap every experiment at exactly 5 minutes wall-clock time, so since the start of the new configurations running. This means you're always asking the same question: what's the best model you can train in this fixed time? It makes every experiment directly comparable, and it incentivizes the agent to find efficiency—not just brute-force scale.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ce93a73f2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ce93a73f2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Second, the metric: validation bits per byte. The model's job is to predict the next word. We measure how confident it was in the correct answer, then convert that to bits using information theory. Lower bits means higher confidence means better predictions. </a:t>
            </a:r>
            <a:r>
              <a:rPr b="1" lang="en"/>
              <a:t>The 'per byte' part normalizes for different tokenization schemes, so you can compare models even if they use completely different vocabularies.</a:t>
            </a:r>
            <a:endParaRPr b="1"/>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Lower bits = better predictions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"Per byte"</a:t>
            </a:r>
            <a:r>
              <a:rPr lang="en">
                <a:solidFill>
                  <a:schemeClr val="dk1"/>
                </a:solidFill>
              </a:rPr>
              <a:t> → normalizes across different tokenizers/architectures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Result:</a:t>
            </a:r>
            <a:r>
              <a:rPr lang="en">
                <a:solidFill>
                  <a:schemeClr val="dk1"/>
                </a:solidFill>
              </a:rPr>
              <a:t> One universal metric, no matter what the agent changes</a:t>
            </a:r>
            <a:endParaRPr>
              <a:solidFill>
                <a:schemeClr val="dk1"/>
              </a:solidFill>
            </a:endParaRPr>
          </a:p>
          <a:p>
            <a:pPr indent="0" lvl="0" marL="0" rtl="0" algn="l">
              <a:spcBef>
                <a:spcPts val="12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Lower bits = better predictions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"Per byte"</a:t>
            </a:r>
            <a:r>
              <a:rPr lang="en">
                <a:solidFill>
                  <a:schemeClr val="dk1"/>
                </a:solidFill>
              </a:rPr>
              <a:t> → normalizes across different tokenizers/architectures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Result:</a:t>
            </a:r>
            <a:r>
              <a:rPr lang="en">
                <a:solidFill>
                  <a:schemeClr val="dk1"/>
                </a:solidFill>
              </a:rPr>
              <a:t> One universal metric, no matter what the agent changes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cbe8cbb7b0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cbe8cbb7b0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cbe8cbb7b0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cbe8cbb7b0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e93a73f2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ce93a73f2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What the Gossip Protocol Is</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article mentions it's called </a:t>
            </a:r>
            <a:r>
              <a:rPr b="1" lang="en">
                <a:solidFill>
                  <a:schemeClr val="dk1"/>
                </a:solidFill>
              </a:rPr>
              <a:t>GossipSub</a:t>
            </a:r>
            <a:r>
              <a:rPr lang="en">
                <a:solidFill>
                  <a:schemeClr val="dk1"/>
                </a:solidFill>
              </a:rPr>
              <a:t> — a peer-to-peer communication protocol where agents share their discoveries with each other in real-time.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From the article: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"Using the GossipSub protocol, agents shared their wins in real-time. When one agent found that Kaiming initialization dropped loss by 21%, the idea spread through the network like a digital virus. Within hours, 23 other agents had incorporated the discovery into their own hypotheses."</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How it works (conceptually)</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Think of it like actual gossip:</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Agent A discovers something useful</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Agent A tells a few neighboring agents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Those agents tell </a:t>
            </a:r>
            <a:r>
              <a:rPr i="1" lang="en">
                <a:solidFill>
                  <a:schemeClr val="dk1"/>
                </a:solidFill>
              </a:rPr>
              <a:t>their</a:t>
            </a:r>
            <a:r>
              <a:rPr lang="en">
                <a:solidFill>
                  <a:schemeClr val="dk1"/>
                </a:solidFill>
              </a:rPr>
              <a:t> neighbors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Information spreads across the whole network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 central server required — it's decentralized, so agents just "talk" to nearby peers and information propagates organically.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be8cbb7b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cbe8cbb7b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latin typeface="Varela Round"/>
                <a:ea typeface="Varela Round"/>
                <a:cs typeface="Varela Round"/>
                <a:sym typeface="Varela Round"/>
              </a:rPr>
              <a:t>The bottleneck shifts from:</a:t>
            </a:r>
            <a:endParaRPr sz="1500">
              <a:solidFill>
                <a:schemeClr val="dk1"/>
              </a:solidFill>
              <a:latin typeface="Varela Round"/>
              <a:ea typeface="Varela Round"/>
              <a:cs typeface="Varela Round"/>
              <a:sym typeface="Varela Round"/>
            </a:endParaRPr>
          </a:p>
          <a:p>
            <a:pPr indent="-323850" lvl="0" marL="457200" rtl="0" algn="l">
              <a:spcBef>
                <a:spcPts val="0"/>
              </a:spcBef>
              <a:spcAft>
                <a:spcPts val="0"/>
              </a:spcAft>
              <a:buClr>
                <a:schemeClr val="dk1"/>
              </a:buClr>
              <a:buSzPts val="1500"/>
              <a:buFont typeface="Varela Round"/>
              <a:buChar char="●"/>
            </a:pPr>
            <a:r>
              <a:rPr lang="en" sz="1500">
                <a:solidFill>
                  <a:schemeClr val="dk1"/>
                </a:solidFill>
                <a:latin typeface="Varela Round"/>
                <a:ea typeface="Varela Round"/>
                <a:cs typeface="Varela Round"/>
                <a:sym typeface="Varela Round"/>
              </a:rPr>
              <a:t>Coding ability → Defining good constraints</a:t>
            </a:r>
            <a:endParaRPr sz="1500">
              <a:solidFill>
                <a:schemeClr val="dk1"/>
              </a:solidFill>
              <a:latin typeface="Varela Round"/>
              <a:ea typeface="Varela Round"/>
              <a:cs typeface="Varela Round"/>
              <a:sym typeface="Varela Round"/>
            </a:endParaRPr>
          </a:p>
          <a:p>
            <a:pPr indent="-323850" lvl="0" marL="457200" rtl="0" algn="l">
              <a:spcBef>
                <a:spcPts val="0"/>
              </a:spcBef>
              <a:spcAft>
                <a:spcPts val="0"/>
              </a:spcAft>
              <a:buClr>
                <a:schemeClr val="dk1"/>
              </a:buClr>
              <a:buSzPts val="1500"/>
              <a:buFont typeface="Varela Round"/>
              <a:buChar char="●"/>
            </a:pPr>
            <a:r>
              <a:rPr lang="en" sz="1500">
                <a:solidFill>
                  <a:schemeClr val="dk1"/>
                </a:solidFill>
                <a:latin typeface="Varela Round"/>
                <a:ea typeface="Varela Round"/>
                <a:cs typeface="Varela Round"/>
                <a:sym typeface="Varela Round"/>
              </a:rPr>
              <a:t>Running experiments → Designing experiment spaces</a:t>
            </a:r>
            <a:endParaRPr sz="1500">
              <a:solidFill>
                <a:schemeClr val="dk1"/>
              </a:solidFill>
              <a:latin typeface="Varela Round"/>
              <a:ea typeface="Varela Round"/>
              <a:cs typeface="Varela Round"/>
              <a:sym typeface="Varela Round"/>
            </a:endParaRPr>
          </a:p>
          <a:p>
            <a:pPr indent="-323850" lvl="0" marL="457200" rtl="0" algn="l">
              <a:spcBef>
                <a:spcPts val="0"/>
              </a:spcBef>
              <a:spcAft>
                <a:spcPts val="0"/>
              </a:spcAft>
              <a:buClr>
                <a:schemeClr val="dk1"/>
              </a:buClr>
              <a:buSzPts val="1500"/>
              <a:buFont typeface="Varela Round"/>
              <a:buChar char="●"/>
            </a:pPr>
            <a:r>
              <a:rPr lang="en" sz="1500">
                <a:solidFill>
                  <a:schemeClr val="dk1"/>
                </a:solidFill>
                <a:latin typeface="Varela Round"/>
                <a:ea typeface="Varela Round"/>
                <a:cs typeface="Varela Round"/>
                <a:sym typeface="Varela Round"/>
              </a:rPr>
              <a:t>Human hours → Compute hours</a:t>
            </a:r>
            <a:endParaRPr sz="1500">
              <a:solidFill>
                <a:schemeClr val="dk1"/>
              </a:solidFill>
              <a:latin typeface="Varela Round"/>
              <a:ea typeface="Varela Round"/>
              <a:cs typeface="Varela Round"/>
              <a:sym typeface="Varela Round"/>
            </a:endParaRPr>
          </a:p>
          <a:p>
            <a:pPr indent="0" lvl="0" marL="0" rtl="0" algn="l">
              <a:spcBef>
                <a:spcPts val="0"/>
              </a:spcBef>
              <a:spcAft>
                <a:spcPts val="0"/>
              </a:spcAft>
              <a:buClr>
                <a:schemeClr val="dk1"/>
              </a:buClr>
              <a:buSzPts val="1100"/>
              <a:buFont typeface="Arial"/>
              <a:buNone/>
            </a:pPr>
            <a:r>
              <a:t/>
            </a:r>
            <a:endParaRPr sz="2000">
              <a:solidFill>
                <a:schemeClr val="lt1"/>
              </a:solidFill>
              <a:latin typeface="Varela Round"/>
              <a:ea typeface="Varela Round"/>
              <a:cs typeface="Varela Round"/>
              <a:sym typeface="Varela Round"/>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ce93a73f2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ce93a73f2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hyperlink" Target="http://bit.ly/2Tynxth" TargetMode="External"/><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mt="51000"/>
          </a:blip>
          <a:stretch>
            <a:fillRect/>
          </a:stretch>
        </p:blipFill>
        <p:spPr>
          <a:xfrm rot="10800000">
            <a:off x="1" y="1"/>
            <a:ext cx="3013100" cy="2981424"/>
          </a:xfrm>
          <a:prstGeom prst="rect">
            <a:avLst/>
          </a:prstGeom>
          <a:noFill/>
          <a:ln>
            <a:noFill/>
          </a:ln>
        </p:spPr>
      </p:pic>
      <p:pic>
        <p:nvPicPr>
          <p:cNvPr id="10" name="Google Shape;10;p2"/>
          <p:cNvPicPr preferRelativeResize="0"/>
          <p:nvPr/>
        </p:nvPicPr>
        <p:blipFill rotWithShape="1">
          <a:blip r:embed="rId3">
            <a:alphaModFix/>
          </a:blip>
          <a:srcRect b="0" l="0" r="34141" t="0"/>
          <a:stretch/>
        </p:blipFill>
        <p:spPr>
          <a:xfrm rot="10800000">
            <a:off x="-14799" y="-1"/>
            <a:ext cx="3992525" cy="3409976"/>
          </a:xfrm>
          <a:prstGeom prst="rect">
            <a:avLst/>
          </a:prstGeom>
          <a:noFill/>
          <a:ln>
            <a:noFill/>
          </a:ln>
        </p:spPr>
      </p:pic>
      <p:pic>
        <p:nvPicPr>
          <p:cNvPr id="11" name="Google Shape;11;p2"/>
          <p:cNvPicPr preferRelativeResize="0"/>
          <p:nvPr/>
        </p:nvPicPr>
        <p:blipFill>
          <a:blip r:embed="rId4">
            <a:alphaModFix/>
          </a:blip>
          <a:stretch>
            <a:fillRect/>
          </a:stretch>
        </p:blipFill>
        <p:spPr>
          <a:xfrm>
            <a:off x="6002400" y="2001888"/>
            <a:ext cx="3141601" cy="3141601"/>
          </a:xfrm>
          <a:prstGeom prst="rect">
            <a:avLst/>
          </a:prstGeom>
          <a:noFill/>
          <a:ln>
            <a:noFill/>
          </a:ln>
        </p:spPr>
      </p:pic>
      <p:pic>
        <p:nvPicPr>
          <p:cNvPr id="12" name="Google Shape;12;p2"/>
          <p:cNvPicPr preferRelativeResize="0"/>
          <p:nvPr/>
        </p:nvPicPr>
        <p:blipFill>
          <a:blip r:embed="rId3">
            <a:alphaModFix/>
          </a:blip>
          <a:stretch>
            <a:fillRect/>
          </a:stretch>
        </p:blipFill>
        <p:spPr>
          <a:xfrm>
            <a:off x="1953025" y="1097950"/>
            <a:ext cx="7192099" cy="4045550"/>
          </a:xfrm>
          <a:prstGeom prst="rect">
            <a:avLst/>
          </a:prstGeom>
          <a:noFill/>
          <a:ln>
            <a:noFill/>
          </a:ln>
        </p:spPr>
      </p:pic>
      <p:sp>
        <p:nvSpPr>
          <p:cNvPr id="13" name="Google Shape;13;p2"/>
          <p:cNvSpPr txBox="1"/>
          <p:nvPr>
            <p:ph type="ctrTitle"/>
          </p:nvPr>
        </p:nvSpPr>
        <p:spPr>
          <a:xfrm>
            <a:off x="693000" y="1742675"/>
            <a:ext cx="6047100" cy="1281000"/>
          </a:xfrm>
          <a:prstGeom prst="rect">
            <a:avLst/>
          </a:prstGeom>
        </p:spPr>
        <p:txBody>
          <a:bodyPr anchorCtr="0" anchor="ctr" bIns="91425" lIns="91425" spcFirstLastPara="1" rIns="91425" wrap="square" tIns="91425">
            <a:noAutofit/>
          </a:bodyPr>
          <a:lstStyle>
            <a:lvl1pPr lvl="0" algn="l">
              <a:lnSpc>
                <a:spcPct val="80000"/>
              </a:lnSpc>
              <a:spcBef>
                <a:spcPts val="0"/>
              </a:spcBef>
              <a:spcAft>
                <a:spcPts val="0"/>
              </a:spcAft>
              <a:buSzPts val="45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4" name="Google Shape;14;p2"/>
          <p:cNvSpPr txBox="1"/>
          <p:nvPr>
            <p:ph idx="1" type="subTitle"/>
          </p:nvPr>
        </p:nvSpPr>
        <p:spPr>
          <a:xfrm>
            <a:off x="693000" y="3035125"/>
            <a:ext cx="3726600" cy="3657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b="29088" l="0" r="29443" t="0"/>
          <a:stretch/>
        </p:blipFill>
        <p:spPr>
          <a:xfrm>
            <a:off x="6927450" y="2915800"/>
            <a:ext cx="2216549" cy="2227700"/>
          </a:xfrm>
          <a:prstGeom prst="rect">
            <a:avLst/>
          </a:prstGeom>
          <a:noFill/>
          <a:ln>
            <a:noFill/>
          </a:ln>
        </p:spPr>
      </p:pic>
      <p:pic>
        <p:nvPicPr>
          <p:cNvPr id="17" name="Google Shape;17;p3"/>
          <p:cNvPicPr preferRelativeResize="0"/>
          <p:nvPr/>
        </p:nvPicPr>
        <p:blipFill>
          <a:blip r:embed="rId3">
            <a:alphaModFix/>
          </a:blip>
          <a:stretch>
            <a:fillRect/>
          </a:stretch>
        </p:blipFill>
        <p:spPr>
          <a:xfrm rot="10800000">
            <a:off x="-1" y="-12"/>
            <a:ext cx="3141600" cy="3108574"/>
          </a:xfrm>
          <a:prstGeom prst="rect">
            <a:avLst/>
          </a:prstGeom>
          <a:noFill/>
          <a:ln>
            <a:noFill/>
          </a:ln>
        </p:spPr>
      </p:pic>
      <p:sp>
        <p:nvSpPr>
          <p:cNvPr id="18" name="Google Shape;18;p3"/>
          <p:cNvSpPr txBox="1"/>
          <p:nvPr>
            <p:ph type="title"/>
          </p:nvPr>
        </p:nvSpPr>
        <p:spPr>
          <a:xfrm>
            <a:off x="2038200" y="2465719"/>
            <a:ext cx="50676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4023300" y="1341671"/>
            <a:ext cx="1097400" cy="1097400"/>
          </a:xfrm>
          <a:prstGeom prst="rect">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6000"/>
              <a:buNone/>
              <a:defRPr sz="4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 name="Google Shape;20;p3"/>
          <p:cNvSpPr txBox="1"/>
          <p:nvPr>
            <p:ph idx="1" type="subTitle"/>
          </p:nvPr>
        </p:nvSpPr>
        <p:spPr>
          <a:xfrm>
            <a:off x="2542200" y="3436129"/>
            <a:ext cx="4059600" cy="3657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pic>
        <p:nvPicPr>
          <p:cNvPr id="21" name="Google Shape;21;p3"/>
          <p:cNvPicPr preferRelativeResize="0"/>
          <p:nvPr/>
        </p:nvPicPr>
        <p:blipFill>
          <a:blip r:embed="rId4">
            <a:alphaModFix/>
          </a:blip>
          <a:stretch>
            <a:fillRect/>
          </a:stretch>
        </p:blipFill>
        <p:spPr>
          <a:xfrm rot="10800000">
            <a:off x="1" y="-3"/>
            <a:ext cx="9139474" cy="5140951"/>
          </a:xfrm>
          <a:prstGeom prst="rect">
            <a:avLst/>
          </a:prstGeom>
          <a:noFill/>
          <a:ln>
            <a:noFill/>
          </a:ln>
        </p:spPr>
      </p:pic>
      <p:pic>
        <p:nvPicPr>
          <p:cNvPr id="22" name="Google Shape;22;p3"/>
          <p:cNvPicPr preferRelativeResize="0"/>
          <p:nvPr/>
        </p:nvPicPr>
        <p:blipFill rotWithShape="1">
          <a:blip r:embed="rId4">
            <a:alphaModFix/>
          </a:blip>
          <a:srcRect b="0" l="0" r="60000" t="0"/>
          <a:stretch/>
        </p:blipFill>
        <p:spPr>
          <a:xfrm>
            <a:off x="5486400" y="0"/>
            <a:ext cx="3657600" cy="51435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pic>
        <p:nvPicPr>
          <p:cNvPr id="24" name="Google Shape;24;p4"/>
          <p:cNvPicPr preferRelativeResize="0"/>
          <p:nvPr/>
        </p:nvPicPr>
        <p:blipFill rotWithShape="1">
          <a:blip r:embed="rId2">
            <a:alphaModFix amt="69000"/>
          </a:blip>
          <a:srcRect b="31399" l="0" r="39043" t="-45165"/>
          <a:stretch/>
        </p:blipFill>
        <p:spPr>
          <a:xfrm>
            <a:off x="5515100" y="1956000"/>
            <a:ext cx="3628900" cy="3187499"/>
          </a:xfrm>
          <a:prstGeom prst="rect">
            <a:avLst/>
          </a:prstGeom>
          <a:noFill/>
          <a:ln>
            <a:noFill/>
          </a:ln>
        </p:spPr>
      </p:pic>
      <p:pic>
        <p:nvPicPr>
          <p:cNvPr id="25" name="Google Shape;25;p4"/>
          <p:cNvPicPr preferRelativeResize="0"/>
          <p:nvPr/>
        </p:nvPicPr>
        <p:blipFill rotWithShape="1">
          <a:blip r:embed="rId3">
            <a:alphaModFix/>
          </a:blip>
          <a:srcRect b="8892" l="0" r="60000" t="0"/>
          <a:stretch/>
        </p:blipFill>
        <p:spPr>
          <a:xfrm>
            <a:off x="5486400" y="457200"/>
            <a:ext cx="3657600" cy="4686301"/>
          </a:xfrm>
          <a:prstGeom prst="rect">
            <a:avLst/>
          </a:prstGeom>
          <a:noFill/>
          <a:ln>
            <a:noFill/>
          </a:ln>
        </p:spPr>
      </p:pic>
      <p:pic>
        <p:nvPicPr>
          <p:cNvPr id="26" name="Google Shape;26;p4"/>
          <p:cNvPicPr preferRelativeResize="0"/>
          <p:nvPr/>
        </p:nvPicPr>
        <p:blipFill>
          <a:blip r:embed="rId4">
            <a:alphaModFix/>
          </a:blip>
          <a:stretch>
            <a:fillRect/>
          </a:stretch>
        </p:blipFill>
        <p:spPr>
          <a:xfrm>
            <a:off x="1" y="0"/>
            <a:ext cx="3770425" cy="3715776"/>
          </a:xfrm>
          <a:prstGeom prst="rect">
            <a:avLst/>
          </a:prstGeom>
          <a:noFill/>
          <a:ln>
            <a:noFill/>
          </a:ln>
        </p:spPr>
      </p:pic>
      <p:pic>
        <p:nvPicPr>
          <p:cNvPr id="27" name="Google Shape;27;p4"/>
          <p:cNvPicPr preferRelativeResize="0"/>
          <p:nvPr/>
        </p:nvPicPr>
        <p:blipFill rotWithShape="1">
          <a:blip r:embed="rId3">
            <a:alphaModFix/>
          </a:blip>
          <a:srcRect b="0" l="0" r="70835" t="0"/>
          <a:stretch/>
        </p:blipFill>
        <p:spPr>
          <a:xfrm rot="10800000">
            <a:off x="173" y="0"/>
            <a:ext cx="2666827" cy="5143500"/>
          </a:xfrm>
          <a:prstGeom prst="rect">
            <a:avLst/>
          </a:prstGeom>
          <a:noFill/>
          <a:ln>
            <a:noFill/>
          </a:ln>
        </p:spPr>
      </p:pic>
      <p:sp>
        <p:nvSpPr>
          <p:cNvPr id="28" name="Google Shape;28;p4"/>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sp>
        <p:nvSpPr>
          <p:cNvPr id="29" name="Google Shape;29;p4"/>
          <p:cNvSpPr txBox="1"/>
          <p:nvPr>
            <p:ph idx="1" type="body"/>
          </p:nvPr>
        </p:nvSpPr>
        <p:spPr>
          <a:xfrm>
            <a:off x="716888" y="1174961"/>
            <a:ext cx="7704000" cy="3187500"/>
          </a:xfrm>
          <a:prstGeom prst="rect">
            <a:avLst/>
          </a:prstGeom>
        </p:spPr>
        <p:txBody>
          <a:bodyPr anchorCtr="0" anchor="ctr" bIns="91425" lIns="91425" spcFirstLastPara="1" rIns="91425" wrap="square" tIns="91425">
            <a:noAutofit/>
          </a:bodyPr>
          <a:lstStyle>
            <a:lvl1pPr indent="-330200" lvl="0" marL="457200" rtl="0">
              <a:lnSpc>
                <a:spcPct val="100000"/>
              </a:lnSpc>
              <a:spcBef>
                <a:spcPts val="0"/>
              </a:spcBef>
              <a:spcAft>
                <a:spcPts val="0"/>
              </a:spcAft>
              <a:buSzPts val="1600"/>
              <a:buChar char="●"/>
              <a:defRPr sz="1100"/>
            </a:lvl1pPr>
            <a:lvl2pPr indent="-330200" lvl="1" marL="914400" rtl="0">
              <a:lnSpc>
                <a:spcPct val="100000"/>
              </a:lnSpc>
              <a:spcBef>
                <a:spcPts val="0"/>
              </a:spcBef>
              <a:spcAft>
                <a:spcPts val="0"/>
              </a:spcAft>
              <a:buSzPts val="1600"/>
              <a:buFont typeface="Roboto Condensed Light"/>
              <a:buChar char="○"/>
              <a:defRPr sz="1600"/>
            </a:lvl2pPr>
            <a:lvl3pPr indent="-330200" lvl="2" marL="1371600" rtl="0">
              <a:lnSpc>
                <a:spcPct val="100000"/>
              </a:lnSpc>
              <a:spcBef>
                <a:spcPts val="0"/>
              </a:spcBef>
              <a:spcAft>
                <a:spcPts val="0"/>
              </a:spcAft>
              <a:buSzPts val="1600"/>
              <a:buFont typeface="Roboto Condensed Light"/>
              <a:buChar char="■"/>
              <a:defRPr sz="1600"/>
            </a:lvl3pPr>
            <a:lvl4pPr indent="-330200" lvl="3" marL="1828800" rtl="0">
              <a:lnSpc>
                <a:spcPct val="100000"/>
              </a:lnSpc>
              <a:spcBef>
                <a:spcPts val="0"/>
              </a:spcBef>
              <a:spcAft>
                <a:spcPts val="0"/>
              </a:spcAft>
              <a:buSzPts val="1600"/>
              <a:buFont typeface="Roboto Condensed Light"/>
              <a:buChar char="●"/>
              <a:defRPr sz="1600"/>
            </a:lvl4pPr>
            <a:lvl5pPr indent="-330200" lvl="4" marL="2286000" rtl="0">
              <a:lnSpc>
                <a:spcPct val="100000"/>
              </a:lnSpc>
              <a:spcBef>
                <a:spcPts val="0"/>
              </a:spcBef>
              <a:spcAft>
                <a:spcPts val="0"/>
              </a:spcAft>
              <a:buSzPts val="1600"/>
              <a:buFont typeface="Roboto Condensed Light"/>
              <a:buChar char="○"/>
              <a:defRPr sz="1600"/>
            </a:lvl5pPr>
            <a:lvl6pPr indent="-330200" lvl="5" marL="2743200" rtl="0">
              <a:lnSpc>
                <a:spcPct val="100000"/>
              </a:lnSpc>
              <a:spcBef>
                <a:spcPts val="0"/>
              </a:spcBef>
              <a:spcAft>
                <a:spcPts val="0"/>
              </a:spcAft>
              <a:buSzPts val="1600"/>
              <a:buFont typeface="Roboto Condensed Light"/>
              <a:buChar char="■"/>
              <a:defRPr sz="1600"/>
            </a:lvl6pPr>
            <a:lvl7pPr indent="-330200" lvl="6" marL="3200400" rtl="0">
              <a:lnSpc>
                <a:spcPct val="100000"/>
              </a:lnSpc>
              <a:spcBef>
                <a:spcPts val="0"/>
              </a:spcBef>
              <a:spcAft>
                <a:spcPts val="0"/>
              </a:spcAft>
              <a:buSzPts val="1600"/>
              <a:buFont typeface="Roboto Condensed Light"/>
              <a:buChar char="●"/>
              <a:defRPr sz="1600"/>
            </a:lvl7pPr>
            <a:lvl8pPr indent="-330200" lvl="7" marL="3657600" rtl="0">
              <a:lnSpc>
                <a:spcPct val="100000"/>
              </a:lnSpc>
              <a:spcBef>
                <a:spcPts val="0"/>
              </a:spcBef>
              <a:spcAft>
                <a:spcPts val="0"/>
              </a:spcAft>
              <a:buSzPts val="1600"/>
              <a:buFont typeface="Roboto Condensed Light"/>
              <a:buChar char="○"/>
              <a:defRPr sz="1600"/>
            </a:lvl8pPr>
            <a:lvl9pPr indent="-330200" lvl="8" marL="4114800" rtl="0">
              <a:lnSpc>
                <a:spcPct val="100000"/>
              </a:lnSpc>
              <a:spcBef>
                <a:spcPts val="0"/>
              </a:spcBef>
              <a:spcAft>
                <a:spcPts val="0"/>
              </a:spcAft>
              <a:buSzPts val="1600"/>
              <a:buFont typeface="Roboto Condensed Light"/>
              <a:buChar char="■"/>
              <a:defRPr sz="1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pic>
        <p:nvPicPr>
          <p:cNvPr id="31" name="Google Shape;31;p5"/>
          <p:cNvPicPr preferRelativeResize="0"/>
          <p:nvPr/>
        </p:nvPicPr>
        <p:blipFill rotWithShape="1">
          <a:blip r:embed="rId2">
            <a:alphaModFix/>
          </a:blip>
          <a:srcRect b="0" l="0" r="32010" t="41100"/>
          <a:stretch/>
        </p:blipFill>
        <p:spPr>
          <a:xfrm>
            <a:off x="7007975" y="-11025"/>
            <a:ext cx="2136024" cy="1850375"/>
          </a:xfrm>
          <a:prstGeom prst="rect">
            <a:avLst/>
          </a:prstGeom>
          <a:noFill/>
          <a:ln>
            <a:noFill/>
          </a:ln>
        </p:spPr>
      </p:pic>
      <p:pic>
        <p:nvPicPr>
          <p:cNvPr id="32" name="Google Shape;32;p5"/>
          <p:cNvPicPr preferRelativeResize="0"/>
          <p:nvPr/>
        </p:nvPicPr>
        <p:blipFill>
          <a:blip r:embed="rId3">
            <a:alphaModFix amt="38000"/>
          </a:blip>
          <a:stretch>
            <a:fillRect/>
          </a:stretch>
        </p:blipFill>
        <p:spPr>
          <a:xfrm flipH="1">
            <a:off x="1" y="2170776"/>
            <a:ext cx="3013100" cy="2981424"/>
          </a:xfrm>
          <a:prstGeom prst="rect">
            <a:avLst/>
          </a:prstGeom>
          <a:noFill/>
          <a:ln>
            <a:noFill/>
          </a:ln>
        </p:spPr>
      </p:pic>
      <p:sp>
        <p:nvSpPr>
          <p:cNvPr id="33" name="Google Shape;33;p5"/>
          <p:cNvSpPr txBox="1"/>
          <p:nvPr>
            <p:ph type="title"/>
          </p:nvPr>
        </p:nvSpPr>
        <p:spPr>
          <a:xfrm>
            <a:off x="2605654" y="1648688"/>
            <a:ext cx="17694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200"/>
              <a:buNone/>
              <a:defRPr b="0" sz="2300">
                <a:solidFill>
                  <a:schemeClr val="lt1"/>
                </a:solidFil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34" name="Google Shape;34;p5"/>
          <p:cNvSpPr txBox="1"/>
          <p:nvPr>
            <p:ph idx="2" type="title"/>
          </p:nvPr>
        </p:nvSpPr>
        <p:spPr>
          <a:xfrm>
            <a:off x="4018346" y="3391190"/>
            <a:ext cx="2520000" cy="365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200"/>
              <a:buNone/>
              <a:defRPr b="0" sz="2300">
                <a:solidFill>
                  <a:schemeClr val="lt1"/>
                </a:solidFil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35" name="Google Shape;35;p5"/>
          <p:cNvSpPr txBox="1"/>
          <p:nvPr>
            <p:ph idx="1" type="subTitle"/>
          </p:nvPr>
        </p:nvSpPr>
        <p:spPr>
          <a:xfrm>
            <a:off x="2221028" y="3732797"/>
            <a:ext cx="4317300" cy="548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6" name="Google Shape;36;p5"/>
          <p:cNvSpPr txBox="1"/>
          <p:nvPr>
            <p:ph idx="3" type="subTitle"/>
          </p:nvPr>
        </p:nvSpPr>
        <p:spPr>
          <a:xfrm>
            <a:off x="2605653" y="1991021"/>
            <a:ext cx="43161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7" name="Google Shape;37;p5"/>
          <p:cNvSpPr txBox="1"/>
          <p:nvPr>
            <p:ph idx="4"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pic>
        <p:nvPicPr>
          <p:cNvPr id="38" name="Google Shape;38;p5"/>
          <p:cNvPicPr preferRelativeResize="0"/>
          <p:nvPr/>
        </p:nvPicPr>
        <p:blipFill rotWithShape="1">
          <a:blip r:embed="rId4">
            <a:alphaModFix/>
          </a:blip>
          <a:srcRect b="0" l="0" r="24619" t="0"/>
          <a:stretch/>
        </p:blipFill>
        <p:spPr>
          <a:xfrm flipH="1">
            <a:off x="-1" y="2285500"/>
            <a:ext cx="3841651" cy="2866701"/>
          </a:xfrm>
          <a:prstGeom prst="rect">
            <a:avLst/>
          </a:prstGeom>
          <a:noFill/>
          <a:ln>
            <a:noFill/>
          </a:ln>
        </p:spPr>
      </p:pic>
      <p:pic>
        <p:nvPicPr>
          <p:cNvPr id="39" name="Google Shape;39;p5"/>
          <p:cNvPicPr preferRelativeResize="0"/>
          <p:nvPr/>
        </p:nvPicPr>
        <p:blipFill rotWithShape="1">
          <a:blip r:embed="rId4">
            <a:alphaModFix/>
          </a:blip>
          <a:srcRect b="0" l="0" r="30901" t="0"/>
          <a:stretch/>
        </p:blipFill>
        <p:spPr>
          <a:xfrm rot="-5400000">
            <a:off x="5553107" y="357774"/>
            <a:ext cx="3967277" cy="32296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pic>
        <p:nvPicPr>
          <p:cNvPr id="41" name="Google Shape;41;p6"/>
          <p:cNvPicPr preferRelativeResize="0"/>
          <p:nvPr/>
        </p:nvPicPr>
        <p:blipFill>
          <a:blip r:embed="rId2">
            <a:alphaModFix amt="12000"/>
          </a:blip>
          <a:stretch>
            <a:fillRect/>
          </a:stretch>
        </p:blipFill>
        <p:spPr>
          <a:xfrm>
            <a:off x="6004049" y="2034925"/>
            <a:ext cx="3141600" cy="3108574"/>
          </a:xfrm>
          <a:prstGeom prst="rect">
            <a:avLst/>
          </a:prstGeom>
          <a:noFill/>
          <a:ln>
            <a:noFill/>
          </a:ln>
        </p:spPr>
      </p:pic>
      <p:pic>
        <p:nvPicPr>
          <p:cNvPr id="42" name="Google Shape;42;p6"/>
          <p:cNvPicPr preferRelativeResize="0"/>
          <p:nvPr/>
        </p:nvPicPr>
        <p:blipFill rotWithShape="1">
          <a:blip r:embed="rId3">
            <a:alphaModFix/>
          </a:blip>
          <a:srcRect b="13074" l="0" r="19153" t="0"/>
          <a:stretch/>
        </p:blipFill>
        <p:spPr>
          <a:xfrm flipH="1" rot="-5400000">
            <a:off x="5800174" y="1807626"/>
            <a:ext cx="4169352" cy="2521600"/>
          </a:xfrm>
          <a:prstGeom prst="rect">
            <a:avLst/>
          </a:prstGeom>
          <a:noFill/>
          <a:ln>
            <a:noFill/>
          </a:ln>
        </p:spPr>
      </p:pic>
      <p:pic>
        <p:nvPicPr>
          <p:cNvPr id="43" name="Google Shape;43;p6"/>
          <p:cNvPicPr preferRelativeResize="0"/>
          <p:nvPr/>
        </p:nvPicPr>
        <p:blipFill>
          <a:blip r:embed="rId4">
            <a:alphaModFix amt="38000"/>
          </a:blip>
          <a:stretch>
            <a:fillRect/>
          </a:stretch>
        </p:blipFill>
        <p:spPr>
          <a:xfrm rot="10800000">
            <a:off x="1" y="1"/>
            <a:ext cx="3013100" cy="2981424"/>
          </a:xfrm>
          <a:prstGeom prst="rect">
            <a:avLst/>
          </a:prstGeom>
          <a:noFill/>
          <a:ln>
            <a:noFill/>
          </a:ln>
        </p:spPr>
      </p:pic>
      <p:sp>
        <p:nvSpPr>
          <p:cNvPr id="44" name="Google Shape;44;p6"/>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pic>
        <p:nvPicPr>
          <p:cNvPr id="45" name="Google Shape;45;p6"/>
          <p:cNvPicPr preferRelativeResize="0"/>
          <p:nvPr/>
        </p:nvPicPr>
        <p:blipFill rotWithShape="1">
          <a:blip r:embed="rId3">
            <a:alphaModFix/>
          </a:blip>
          <a:srcRect b="0" l="11789" r="36952" t="57978"/>
          <a:stretch/>
        </p:blipFill>
        <p:spPr>
          <a:xfrm rot="10800000">
            <a:off x="-75474" y="-76200"/>
            <a:ext cx="2643499" cy="12190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pic>
        <p:nvPicPr>
          <p:cNvPr id="47" name="Google Shape;47;p7"/>
          <p:cNvPicPr preferRelativeResize="0"/>
          <p:nvPr/>
        </p:nvPicPr>
        <p:blipFill rotWithShape="1">
          <a:blip r:embed="rId2">
            <a:alphaModFix/>
          </a:blip>
          <a:srcRect b="0" l="0" r="21832" t="26681"/>
          <a:stretch/>
        </p:blipFill>
        <p:spPr>
          <a:xfrm>
            <a:off x="6688200" y="0"/>
            <a:ext cx="2455801" cy="2303400"/>
          </a:xfrm>
          <a:prstGeom prst="rect">
            <a:avLst/>
          </a:prstGeom>
          <a:noFill/>
          <a:ln>
            <a:noFill/>
          </a:ln>
        </p:spPr>
      </p:pic>
      <p:pic>
        <p:nvPicPr>
          <p:cNvPr id="48" name="Google Shape;48;p7"/>
          <p:cNvPicPr preferRelativeResize="0"/>
          <p:nvPr/>
        </p:nvPicPr>
        <p:blipFill rotWithShape="1">
          <a:blip r:embed="rId3">
            <a:alphaModFix/>
          </a:blip>
          <a:srcRect b="18053" l="0" r="0" t="0"/>
          <a:stretch/>
        </p:blipFill>
        <p:spPr>
          <a:xfrm flipH="1" rot="5400000">
            <a:off x="-1623213" y="1616938"/>
            <a:ext cx="6009648" cy="2770076"/>
          </a:xfrm>
          <a:prstGeom prst="rect">
            <a:avLst/>
          </a:prstGeom>
          <a:noFill/>
          <a:ln>
            <a:noFill/>
          </a:ln>
        </p:spPr>
      </p:pic>
      <p:sp>
        <p:nvSpPr>
          <p:cNvPr id="49" name="Google Shape;49;p7"/>
          <p:cNvSpPr txBox="1"/>
          <p:nvPr>
            <p:ph idx="1" type="body"/>
          </p:nvPr>
        </p:nvSpPr>
        <p:spPr>
          <a:xfrm>
            <a:off x="1905150" y="1891429"/>
            <a:ext cx="5333700" cy="2158200"/>
          </a:xfrm>
          <a:prstGeom prst="rect">
            <a:avLst/>
          </a:prstGeom>
        </p:spPr>
        <p:txBody>
          <a:bodyPr anchorCtr="0" anchor="ctr" bIns="91425" lIns="91425" spcFirstLastPara="1" rIns="91425" wrap="square" tIns="91425">
            <a:noAutofit/>
          </a:bodyPr>
          <a:lstStyle>
            <a:lvl1pPr indent="-330200" lvl="0" marL="457200" rtl="0">
              <a:lnSpc>
                <a:spcPct val="100000"/>
              </a:lnSpc>
              <a:spcBef>
                <a:spcPts val="0"/>
              </a:spcBef>
              <a:spcAft>
                <a:spcPts val="0"/>
              </a:spcAft>
              <a:buClr>
                <a:schemeClr val="dk1"/>
              </a:buClr>
              <a:buSzPts val="1600"/>
              <a:buFont typeface="Nunito Light"/>
              <a:buChar char="●"/>
              <a:defRPr/>
            </a:lvl1pPr>
            <a:lvl2pPr indent="-330200" lvl="1" marL="914400" rtl="0">
              <a:lnSpc>
                <a:spcPct val="100000"/>
              </a:lnSpc>
              <a:spcBef>
                <a:spcPts val="0"/>
              </a:spcBef>
              <a:spcAft>
                <a:spcPts val="0"/>
              </a:spcAft>
              <a:buSzPts val="1600"/>
              <a:buFont typeface="Nunito Light"/>
              <a:buChar char="○"/>
              <a:defRPr/>
            </a:lvl2pPr>
            <a:lvl3pPr indent="-323850" lvl="2" marL="1371600" rtl="0">
              <a:lnSpc>
                <a:spcPct val="100000"/>
              </a:lnSpc>
              <a:spcBef>
                <a:spcPts val="1600"/>
              </a:spcBef>
              <a:spcAft>
                <a:spcPts val="0"/>
              </a:spcAft>
              <a:buSzPts val="1500"/>
              <a:buFont typeface="Nunito Light"/>
              <a:buChar char="■"/>
              <a:defRPr/>
            </a:lvl3pPr>
            <a:lvl4pPr indent="-323850" lvl="3" marL="1828800" rtl="0">
              <a:lnSpc>
                <a:spcPct val="100000"/>
              </a:lnSpc>
              <a:spcBef>
                <a:spcPts val="1600"/>
              </a:spcBef>
              <a:spcAft>
                <a:spcPts val="0"/>
              </a:spcAft>
              <a:buSzPts val="1500"/>
              <a:buFont typeface="Nunito Light"/>
              <a:buChar char="●"/>
              <a:defRPr/>
            </a:lvl4pPr>
            <a:lvl5pPr indent="-323850" lvl="4" marL="2286000" rtl="0">
              <a:lnSpc>
                <a:spcPct val="100000"/>
              </a:lnSpc>
              <a:spcBef>
                <a:spcPts val="1600"/>
              </a:spcBef>
              <a:spcAft>
                <a:spcPts val="0"/>
              </a:spcAft>
              <a:buSzPts val="1500"/>
              <a:buFont typeface="Nunito Light"/>
              <a:buChar char="○"/>
              <a:defRPr/>
            </a:lvl5pPr>
            <a:lvl6pPr indent="-323850" lvl="5" marL="2743200" rtl="0">
              <a:lnSpc>
                <a:spcPct val="100000"/>
              </a:lnSpc>
              <a:spcBef>
                <a:spcPts val="1600"/>
              </a:spcBef>
              <a:spcAft>
                <a:spcPts val="0"/>
              </a:spcAft>
              <a:buSzPts val="1500"/>
              <a:buFont typeface="Nunito Light"/>
              <a:buChar char="■"/>
              <a:defRPr/>
            </a:lvl6pPr>
            <a:lvl7pPr indent="-311150" lvl="6" marL="3200400" rtl="0">
              <a:lnSpc>
                <a:spcPct val="100000"/>
              </a:lnSpc>
              <a:spcBef>
                <a:spcPts val="1600"/>
              </a:spcBef>
              <a:spcAft>
                <a:spcPts val="0"/>
              </a:spcAft>
              <a:buSzPts val="1300"/>
              <a:buFont typeface="Nunito Light"/>
              <a:buChar char="●"/>
              <a:defRPr/>
            </a:lvl7pPr>
            <a:lvl8pPr indent="-311150" lvl="7" marL="3657600" rtl="0">
              <a:lnSpc>
                <a:spcPct val="100000"/>
              </a:lnSpc>
              <a:spcBef>
                <a:spcPts val="1600"/>
              </a:spcBef>
              <a:spcAft>
                <a:spcPts val="0"/>
              </a:spcAft>
              <a:buSzPts val="1300"/>
              <a:buFont typeface="Nunito Light"/>
              <a:buChar char="○"/>
              <a:defRPr/>
            </a:lvl8pPr>
            <a:lvl9pPr indent="-323850" lvl="8" marL="4114800" rtl="0">
              <a:lnSpc>
                <a:spcPct val="100000"/>
              </a:lnSpc>
              <a:spcBef>
                <a:spcPts val="1600"/>
              </a:spcBef>
              <a:spcAft>
                <a:spcPts val="1600"/>
              </a:spcAft>
              <a:buSzPts val="1500"/>
              <a:buFont typeface="Nunito Light"/>
              <a:buChar char="■"/>
              <a:defRPr/>
            </a:lvl9pPr>
          </a:lstStyle>
          <a:p/>
        </p:txBody>
      </p:sp>
      <p:sp>
        <p:nvSpPr>
          <p:cNvPr id="50" name="Google Shape;50;p7"/>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pic>
        <p:nvPicPr>
          <p:cNvPr id="51" name="Google Shape;51;p7"/>
          <p:cNvPicPr preferRelativeResize="0"/>
          <p:nvPr/>
        </p:nvPicPr>
        <p:blipFill rotWithShape="1">
          <a:blip r:embed="rId3">
            <a:alphaModFix/>
          </a:blip>
          <a:srcRect b="0" l="0" r="60000" t="0"/>
          <a:stretch/>
        </p:blipFill>
        <p:spPr>
          <a:xfrm flipH="1" rot="10800000">
            <a:off x="5486400" y="0"/>
            <a:ext cx="3657600" cy="5143500"/>
          </a:xfrm>
          <a:prstGeom prst="rect">
            <a:avLst/>
          </a:prstGeom>
          <a:noFill/>
          <a:ln>
            <a:noFill/>
          </a:ln>
        </p:spPr>
      </p:pic>
      <p:pic>
        <p:nvPicPr>
          <p:cNvPr id="52" name="Google Shape;52;p7"/>
          <p:cNvPicPr preferRelativeResize="0"/>
          <p:nvPr/>
        </p:nvPicPr>
        <p:blipFill>
          <a:blip r:embed="rId4">
            <a:alphaModFix amt="38000"/>
          </a:blip>
          <a:stretch>
            <a:fillRect/>
          </a:stretch>
        </p:blipFill>
        <p:spPr>
          <a:xfrm rot="10800000">
            <a:off x="1" y="1"/>
            <a:ext cx="3013100" cy="298142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 name="Shape 53"/>
        <p:cNvGrpSpPr/>
        <p:nvPr/>
      </p:nvGrpSpPr>
      <p:grpSpPr>
        <a:xfrm>
          <a:off x="0" y="0"/>
          <a:ext cx="0" cy="0"/>
          <a:chOff x="0" y="0"/>
          <a:chExt cx="0" cy="0"/>
        </a:xfrm>
      </p:grpSpPr>
      <p:pic>
        <p:nvPicPr>
          <p:cNvPr id="54" name="Google Shape;54;p8"/>
          <p:cNvPicPr preferRelativeResize="0"/>
          <p:nvPr/>
        </p:nvPicPr>
        <p:blipFill rotWithShape="1">
          <a:blip r:embed="rId2">
            <a:alphaModFix/>
          </a:blip>
          <a:srcRect b="0" l="0" r="25518" t="0"/>
          <a:stretch/>
        </p:blipFill>
        <p:spPr>
          <a:xfrm>
            <a:off x="6818750" y="2906775"/>
            <a:ext cx="2339950" cy="2244351"/>
          </a:xfrm>
          <a:prstGeom prst="rect">
            <a:avLst/>
          </a:prstGeom>
          <a:noFill/>
          <a:ln>
            <a:noFill/>
          </a:ln>
        </p:spPr>
      </p:pic>
      <p:sp>
        <p:nvSpPr>
          <p:cNvPr id="55" name="Google Shape;55;p8"/>
          <p:cNvSpPr txBox="1"/>
          <p:nvPr>
            <p:ph type="title"/>
          </p:nvPr>
        </p:nvSpPr>
        <p:spPr>
          <a:xfrm>
            <a:off x="1356300" y="1618350"/>
            <a:ext cx="6431400" cy="19068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pic>
        <p:nvPicPr>
          <p:cNvPr id="56" name="Google Shape;56;p8"/>
          <p:cNvPicPr preferRelativeResize="0"/>
          <p:nvPr/>
        </p:nvPicPr>
        <p:blipFill rotWithShape="1">
          <a:blip r:embed="rId3">
            <a:alphaModFix/>
          </a:blip>
          <a:srcRect b="0" l="0" r="12534" t="0"/>
          <a:stretch/>
        </p:blipFill>
        <p:spPr>
          <a:xfrm rot="10800000">
            <a:off x="-3425" y="351"/>
            <a:ext cx="5292725" cy="3403874"/>
          </a:xfrm>
          <a:prstGeom prst="rect">
            <a:avLst/>
          </a:prstGeom>
          <a:noFill/>
          <a:ln>
            <a:noFill/>
          </a:ln>
        </p:spPr>
      </p:pic>
      <p:pic>
        <p:nvPicPr>
          <p:cNvPr id="57" name="Google Shape;57;p8"/>
          <p:cNvPicPr preferRelativeResize="0"/>
          <p:nvPr/>
        </p:nvPicPr>
        <p:blipFill rotWithShape="1">
          <a:blip r:embed="rId3">
            <a:alphaModFix/>
          </a:blip>
          <a:srcRect b="0" l="0" r="12534" t="0"/>
          <a:stretch/>
        </p:blipFill>
        <p:spPr>
          <a:xfrm flipH="1" rot="-5400000">
            <a:off x="4810408" y="802784"/>
            <a:ext cx="5292725" cy="3403874"/>
          </a:xfrm>
          <a:prstGeom prst="rect">
            <a:avLst/>
          </a:prstGeom>
          <a:noFill/>
          <a:ln>
            <a:noFill/>
          </a:ln>
        </p:spPr>
      </p:pic>
      <p:pic>
        <p:nvPicPr>
          <p:cNvPr id="58" name="Google Shape;58;p8"/>
          <p:cNvPicPr preferRelativeResize="0"/>
          <p:nvPr/>
        </p:nvPicPr>
        <p:blipFill>
          <a:blip r:embed="rId4">
            <a:alphaModFix amt="38000"/>
          </a:blip>
          <a:stretch>
            <a:fillRect/>
          </a:stretch>
        </p:blipFill>
        <p:spPr>
          <a:xfrm rot="10800000">
            <a:off x="1" y="1"/>
            <a:ext cx="3013100" cy="298142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txBox="1"/>
          <p:nvPr>
            <p:ph type="title"/>
          </p:nvPr>
        </p:nvSpPr>
        <p:spPr>
          <a:xfrm>
            <a:off x="1556700" y="1582697"/>
            <a:ext cx="6030600" cy="822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sz="5000"/>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61" name="Google Shape;61;p9"/>
          <p:cNvSpPr txBox="1"/>
          <p:nvPr>
            <p:ph idx="1" type="subTitle"/>
          </p:nvPr>
        </p:nvSpPr>
        <p:spPr>
          <a:xfrm>
            <a:off x="1557300" y="2407003"/>
            <a:ext cx="6029400" cy="1153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sz="1700"/>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pic>
        <p:nvPicPr>
          <p:cNvPr id="62" name="Google Shape;62;p9"/>
          <p:cNvPicPr preferRelativeResize="0"/>
          <p:nvPr/>
        </p:nvPicPr>
        <p:blipFill rotWithShape="1">
          <a:blip r:embed="rId2">
            <a:alphaModFix/>
          </a:blip>
          <a:srcRect b="29088" l="0" r="29443" t="0"/>
          <a:stretch/>
        </p:blipFill>
        <p:spPr>
          <a:xfrm>
            <a:off x="6927450" y="2915800"/>
            <a:ext cx="2216549" cy="2227700"/>
          </a:xfrm>
          <a:prstGeom prst="rect">
            <a:avLst/>
          </a:prstGeom>
          <a:noFill/>
          <a:ln>
            <a:noFill/>
          </a:ln>
        </p:spPr>
      </p:pic>
      <p:pic>
        <p:nvPicPr>
          <p:cNvPr id="63" name="Google Shape;63;p9"/>
          <p:cNvPicPr preferRelativeResize="0"/>
          <p:nvPr/>
        </p:nvPicPr>
        <p:blipFill rotWithShape="1">
          <a:blip r:embed="rId3">
            <a:alphaModFix/>
          </a:blip>
          <a:srcRect b="11222" l="0" r="15190" t="0"/>
          <a:stretch/>
        </p:blipFill>
        <p:spPr>
          <a:xfrm>
            <a:off x="2946800" y="1493675"/>
            <a:ext cx="6197198" cy="3648726"/>
          </a:xfrm>
          <a:prstGeom prst="rect">
            <a:avLst/>
          </a:prstGeom>
          <a:noFill/>
          <a:ln>
            <a:noFill/>
          </a:ln>
        </p:spPr>
      </p:pic>
      <p:pic>
        <p:nvPicPr>
          <p:cNvPr id="64" name="Google Shape;64;p9"/>
          <p:cNvPicPr preferRelativeResize="0"/>
          <p:nvPr/>
        </p:nvPicPr>
        <p:blipFill>
          <a:blip r:embed="rId4">
            <a:alphaModFix/>
          </a:blip>
          <a:stretch>
            <a:fillRect/>
          </a:stretch>
        </p:blipFill>
        <p:spPr>
          <a:xfrm rot="10800000">
            <a:off x="-1" y="-12"/>
            <a:ext cx="3141600" cy="3108574"/>
          </a:xfrm>
          <a:prstGeom prst="rect">
            <a:avLst/>
          </a:prstGeom>
          <a:noFill/>
          <a:ln>
            <a:noFill/>
          </a:ln>
        </p:spPr>
      </p:pic>
      <p:pic>
        <p:nvPicPr>
          <p:cNvPr id="65" name="Google Shape;65;p9"/>
          <p:cNvPicPr preferRelativeResize="0"/>
          <p:nvPr/>
        </p:nvPicPr>
        <p:blipFill rotWithShape="1">
          <a:blip r:embed="rId3">
            <a:alphaModFix/>
          </a:blip>
          <a:srcRect b="11222" l="0" r="11426" t="0"/>
          <a:stretch/>
        </p:blipFill>
        <p:spPr>
          <a:xfrm rot="10800000">
            <a:off x="-3425" y="4099"/>
            <a:ext cx="6471950" cy="364872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type="title"/>
          </p:nvPr>
        </p:nvSpPr>
        <p:spPr>
          <a:xfrm>
            <a:off x="645425" y="539875"/>
            <a:ext cx="4971600" cy="15573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200"/>
              <a:buNone/>
              <a:defRPr>
                <a:highlight>
                  <a:schemeClr val="dk2"/>
                </a:highlight>
              </a:defRPr>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8" name="Shape 68"/>
        <p:cNvGrpSpPr/>
        <p:nvPr/>
      </p:nvGrpSpPr>
      <p:grpSpPr>
        <a:xfrm>
          <a:off x="0" y="0"/>
          <a:ext cx="0" cy="0"/>
          <a:chOff x="0" y="0"/>
          <a:chExt cx="0" cy="0"/>
        </a:xfrm>
      </p:grpSpPr>
      <p:pic>
        <p:nvPicPr>
          <p:cNvPr id="69" name="Google Shape;69;p11"/>
          <p:cNvPicPr preferRelativeResize="0"/>
          <p:nvPr/>
        </p:nvPicPr>
        <p:blipFill rotWithShape="1">
          <a:blip r:embed="rId2">
            <a:alphaModFix amt="54000"/>
          </a:blip>
          <a:srcRect b="36805" l="30815" r="0" t="0"/>
          <a:stretch/>
        </p:blipFill>
        <p:spPr>
          <a:xfrm>
            <a:off x="0" y="3165800"/>
            <a:ext cx="2173524" cy="1985275"/>
          </a:xfrm>
          <a:prstGeom prst="rect">
            <a:avLst/>
          </a:prstGeom>
          <a:noFill/>
          <a:ln>
            <a:noFill/>
          </a:ln>
        </p:spPr>
      </p:pic>
      <p:pic>
        <p:nvPicPr>
          <p:cNvPr id="70" name="Google Shape;70;p11"/>
          <p:cNvPicPr preferRelativeResize="0"/>
          <p:nvPr/>
        </p:nvPicPr>
        <p:blipFill>
          <a:blip r:embed="rId3">
            <a:alphaModFix/>
          </a:blip>
          <a:stretch>
            <a:fillRect/>
          </a:stretch>
        </p:blipFill>
        <p:spPr>
          <a:xfrm flipH="1">
            <a:off x="-7575" y="2173917"/>
            <a:ext cx="5292725" cy="2977158"/>
          </a:xfrm>
          <a:prstGeom prst="rect">
            <a:avLst/>
          </a:prstGeom>
          <a:noFill/>
          <a:ln>
            <a:noFill/>
          </a:ln>
        </p:spPr>
      </p:pic>
      <p:pic>
        <p:nvPicPr>
          <p:cNvPr id="71" name="Google Shape;71;p11"/>
          <p:cNvPicPr preferRelativeResize="0"/>
          <p:nvPr/>
        </p:nvPicPr>
        <p:blipFill>
          <a:blip r:embed="rId4">
            <a:alphaModFix amt="52000"/>
          </a:blip>
          <a:stretch>
            <a:fillRect/>
          </a:stretch>
        </p:blipFill>
        <p:spPr>
          <a:xfrm flipH="1" rot="10800000">
            <a:off x="6002399" y="-7575"/>
            <a:ext cx="3141600" cy="3108574"/>
          </a:xfrm>
          <a:prstGeom prst="rect">
            <a:avLst/>
          </a:prstGeom>
          <a:noFill/>
          <a:ln>
            <a:noFill/>
          </a:ln>
        </p:spPr>
      </p:pic>
      <p:sp>
        <p:nvSpPr>
          <p:cNvPr id="72" name="Google Shape;72;p11"/>
          <p:cNvSpPr txBox="1"/>
          <p:nvPr>
            <p:ph hasCustomPrompt="1" type="title"/>
          </p:nvPr>
        </p:nvSpPr>
        <p:spPr>
          <a:xfrm>
            <a:off x="713250" y="1841638"/>
            <a:ext cx="7717500" cy="11343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3" name="Google Shape;73;p11"/>
          <p:cNvSpPr txBox="1"/>
          <p:nvPr>
            <p:ph idx="1" type="subTitle"/>
          </p:nvPr>
        </p:nvSpPr>
        <p:spPr>
          <a:xfrm>
            <a:off x="1010400" y="2936163"/>
            <a:ext cx="71232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pic>
        <p:nvPicPr>
          <p:cNvPr id="74" name="Google Shape;74;p11"/>
          <p:cNvPicPr preferRelativeResize="0"/>
          <p:nvPr/>
        </p:nvPicPr>
        <p:blipFill>
          <a:blip r:embed="rId3">
            <a:alphaModFix/>
          </a:blip>
          <a:stretch>
            <a:fillRect/>
          </a:stretch>
        </p:blipFill>
        <p:spPr>
          <a:xfrm flipH="1" rot="10800000">
            <a:off x="3858866" y="-7574"/>
            <a:ext cx="5292725" cy="297715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75" name="Shape 7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6" name="Shape 76"/>
        <p:cNvGrpSpPr/>
        <p:nvPr/>
      </p:nvGrpSpPr>
      <p:grpSpPr>
        <a:xfrm>
          <a:off x="0" y="0"/>
          <a:ext cx="0" cy="0"/>
          <a:chOff x="0" y="0"/>
          <a:chExt cx="0" cy="0"/>
        </a:xfrm>
      </p:grpSpPr>
      <p:pic>
        <p:nvPicPr>
          <p:cNvPr id="77" name="Google Shape;77;p13"/>
          <p:cNvPicPr preferRelativeResize="0"/>
          <p:nvPr/>
        </p:nvPicPr>
        <p:blipFill rotWithShape="1">
          <a:blip r:embed="rId2">
            <a:alphaModFix/>
          </a:blip>
          <a:srcRect b="24283" l="48573" r="0" t="0"/>
          <a:stretch/>
        </p:blipFill>
        <p:spPr>
          <a:xfrm>
            <a:off x="0" y="2764850"/>
            <a:ext cx="1615675" cy="2378649"/>
          </a:xfrm>
          <a:prstGeom prst="rect">
            <a:avLst/>
          </a:prstGeom>
          <a:noFill/>
          <a:ln>
            <a:noFill/>
          </a:ln>
        </p:spPr>
      </p:pic>
      <p:sp>
        <p:nvSpPr>
          <p:cNvPr id="78" name="Google Shape;78;p13"/>
          <p:cNvSpPr txBox="1"/>
          <p:nvPr>
            <p:ph type="title"/>
          </p:nvPr>
        </p:nvSpPr>
        <p:spPr>
          <a:xfrm>
            <a:off x="1760908" y="1718838"/>
            <a:ext cx="25011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79" name="Google Shape;79;p13"/>
          <p:cNvSpPr txBox="1"/>
          <p:nvPr>
            <p:ph idx="1" type="subTitle"/>
          </p:nvPr>
        </p:nvSpPr>
        <p:spPr>
          <a:xfrm>
            <a:off x="1760908" y="2091292"/>
            <a:ext cx="2501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80" name="Google Shape;80;p13"/>
          <p:cNvSpPr txBox="1"/>
          <p:nvPr>
            <p:ph idx="2" type="title"/>
          </p:nvPr>
        </p:nvSpPr>
        <p:spPr>
          <a:xfrm>
            <a:off x="5770136" y="1718838"/>
            <a:ext cx="25056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1" name="Google Shape;81;p13"/>
          <p:cNvSpPr txBox="1"/>
          <p:nvPr>
            <p:ph idx="3" type="subTitle"/>
          </p:nvPr>
        </p:nvSpPr>
        <p:spPr>
          <a:xfrm>
            <a:off x="5770136" y="2091292"/>
            <a:ext cx="25056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82" name="Google Shape;82;p13"/>
          <p:cNvSpPr txBox="1"/>
          <p:nvPr>
            <p:ph idx="4" type="title"/>
          </p:nvPr>
        </p:nvSpPr>
        <p:spPr>
          <a:xfrm>
            <a:off x="1760908" y="3359713"/>
            <a:ext cx="25011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3" name="Google Shape;83;p13"/>
          <p:cNvSpPr txBox="1"/>
          <p:nvPr>
            <p:ph idx="5" type="subTitle"/>
          </p:nvPr>
        </p:nvSpPr>
        <p:spPr>
          <a:xfrm>
            <a:off x="1760908" y="3728336"/>
            <a:ext cx="2501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84" name="Google Shape;84;p13"/>
          <p:cNvSpPr txBox="1"/>
          <p:nvPr>
            <p:ph idx="6" type="title"/>
          </p:nvPr>
        </p:nvSpPr>
        <p:spPr>
          <a:xfrm>
            <a:off x="5770136" y="3359713"/>
            <a:ext cx="25056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5" name="Google Shape;85;p13"/>
          <p:cNvSpPr txBox="1"/>
          <p:nvPr>
            <p:ph idx="7" type="subTitle"/>
          </p:nvPr>
        </p:nvSpPr>
        <p:spPr>
          <a:xfrm>
            <a:off x="5770136" y="3728336"/>
            <a:ext cx="25056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86" name="Google Shape;86;p13"/>
          <p:cNvSpPr txBox="1"/>
          <p:nvPr>
            <p:ph hasCustomPrompt="1" idx="8" type="title"/>
          </p:nvPr>
        </p:nvSpPr>
        <p:spPr>
          <a:xfrm>
            <a:off x="868264" y="1781761"/>
            <a:ext cx="734700" cy="731400"/>
          </a:xfrm>
          <a:prstGeom prst="rect">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7" name="Google Shape;87;p13"/>
          <p:cNvSpPr txBox="1"/>
          <p:nvPr>
            <p:ph hasCustomPrompt="1" idx="9" type="title"/>
          </p:nvPr>
        </p:nvSpPr>
        <p:spPr>
          <a:xfrm>
            <a:off x="868275" y="3420728"/>
            <a:ext cx="731400" cy="731400"/>
          </a:xfrm>
          <a:prstGeom prst="rect">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p:nvPr>
            <p:ph hasCustomPrompt="1" idx="13" type="title"/>
          </p:nvPr>
        </p:nvSpPr>
        <p:spPr>
          <a:xfrm>
            <a:off x="4883509" y="1781761"/>
            <a:ext cx="731400" cy="731400"/>
          </a:xfrm>
          <a:prstGeom prst="rect">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p:nvPr>
            <p:ph hasCustomPrompt="1" idx="14" type="title"/>
          </p:nvPr>
        </p:nvSpPr>
        <p:spPr>
          <a:xfrm>
            <a:off x="4888039" y="3420728"/>
            <a:ext cx="731400" cy="731400"/>
          </a:xfrm>
          <a:prstGeom prst="rect">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5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p:nvPr>
            <p:ph idx="15"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pic>
        <p:nvPicPr>
          <p:cNvPr id="91" name="Google Shape;91;p13"/>
          <p:cNvPicPr preferRelativeResize="0"/>
          <p:nvPr/>
        </p:nvPicPr>
        <p:blipFill rotWithShape="1">
          <a:blip r:embed="rId3">
            <a:alphaModFix/>
          </a:blip>
          <a:srcRect b="0" l="0" r="60000" t="0"/>
          <a:stretch/>
        </p:blipFill>
        <p:spPr>
          <a:xfrm flipH="1">
            <a:off x="0" y="0"/>
            <a:ext cx="3657600" cy="5143500"/>
          </a:xfrm>
          <a:prstGeom prst="rect">
            <a:avLst/>
          </a:prstGeom>
          <a:noFill/>
          <a:ln>
            <a:noFill/>
          </a:ln>
        </p:spPr>
      </p:pic>
      <p:pic>
        <p:nvPicPr>
          <p:cNvPr id="92" name="Google Shape;92;p13"/>
          <p:cNvPicPr preferRelativeResize="0"/>
          <p:nvPr/>
        </p:nvPicPr>
        <p:blipFill>
          <a:blip r:embed="rId4">
            <a:alphaModFix/>
          </a:blip>
          <a:stretch>
            <a:fillRect/>
          </a:stretch>
        </p:blipFill>
        <p:spPr>
          <a:xfrm flipH="1" rot="10800000">
            <a:off x="7382078" y="2"/>
            <a:ext cx="1775476" cy="1756800"/>
          </a:xfrm>
          <a:prstGeom prst="rect">
            <a:avLst/>
          </a:prstGeom>
          <a:noFill/>
          <a:ln>
            <a:noFill/>
          </a:ln>
        </p:spPr>
      </p:pic>
      <p:pic>
        <p:nvPicPr>
          <p:cNvPr id="93" name="Google Shape;93;p13"/>
          <p:cNvPicPr preferRelativeResize="0"/>
          <p:nvPr/>
        </p:nvPicPr>
        <p:blipFill rotWithShape="1">
          <a:blip r:embed="rId3">
            <a:alphaModFix/>
          </a:blip>
          <a:srcRect b="0" l="0" r="60000" t="0"/>
          <a:stretch/>
        </p:blipFill>
        <p:spPr>
          <a:xfrm flipH="1" rot="10800000">
            <a:off x="5486400" y="0"/>
            <a:ext cx="3657600" cy="51435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4" name="Shape 94"/>
        <p:cNvGrpSpPr/>
        <p:nvPr/>
      </p:nvGrpSpPr>
      <p:grpSpPr>
        <a:xfrm>
          <a:off x="0" y="0"/>
          <a:ext cx="0" cy="0"/>
          <a:chOff x="0" y="0"/>
          <a:chExt cx="0" cy="0"/>
        </a:xfrm>
      </p:grpSpPr>
      <p:pic>
        <p:nvPicPr>
          <p:cNvPr id="95" name="Google Shape;95;p14"/>
          <p:cNvPicPr preferRelativeResize="0"/>
          <p:nvPr/>
        </p:nvPicPr>
        <p:blipFill>
          <a:blip r:embed="rId2">
            <a:alphaModFix amt="60000"/>
          </a:blip>
          <a:stretch>
            <a:fillRect/>
          </a:stretch>
        </p:blipFill>
        <p:spPr>
          <a:xfrm>
            <a:off x="6002399" y="2034925"/>
            <a:ext cx="3141600" cy="3108574"/>
          </a:xfrm>
          <a:prstGeom prst="rect">
            <a:avLst/>
          </a:prstGeom>
          <a:noFill/>
          <a:ln>
            <a:noFill/>
          </a:ln>
        </p:spPr>
      </p:pic>
      <p:pic>
        <p:nvPicPr>
          <p:cNvPr id="96" name="Google Shape;96;p14"/>
          <p:cNvPicPr preferRelativeResize="0"/>
          <p:nvPr/>
        </p:nvPicPr>
        <p:blipFill>
          <a:blip r:embed="rId3">
            <a:alphaModFix amt="38000"/>
          </a:blip>
          <a:stretch>
            <a:fillRect/>
          </a:stretch>
        </p:blipFill>
        <p:spPr>
          <a:xfrm rot="10800000">
            <a:off x="1" y="1"/>
            <a:ext cx="3013100" cy="2981424"/>
          </a:xfrm>
          <a:prstGeom prst="rect">
            <a:avLst/>
          </a:prstGeom>
          <a:noFill/>
          <a:ln>
            <a:noFill/>
          </a:ln>
        </p:spPr>
      </p:pic>
      <p:sp>
        <p:nvSpPr>
          <p:cNvPr id="97" name="Google Shape;97;p14"/>
          <p:cNvSpPr txBox="1"/>
          <p:nvPr>
            <p:ph type="title"/>
          </p:nvPr>
        </p:nvSpPr>
        <p:spPr>
          <a:xfrm>
            <a:off x="2135250" y="3062200"/>
            <a:ext cx="4873500" cy="5319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8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98" name="Google Shape;98;p14"/>
          <p:cNvSpPr txBox="1"/>
          <p:nvPr>
            <p:ph idx="1" type="subTitle"/>
          </p:nvPr>
        </p:nvSpPr>
        <p:spPr>
          <a:xfrm>
            <a:off x="969750" y="1549400"/>
            <a:ext cx="7204500" cy="1478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pic>
        <p:nvPicPr>
          <p:cNvPr id="99" name="Google Shape;99;p14"/>
          <p:cNvPicPr preferRelativeResize="0"/>
          <p:nvPr/>
        </p:nvPicPr>
        <p:blipFill rotWithShape="1">
          <a:blip r:embed="rId4">
            <a:alphaModFix/>
          </a:blip>
          <a:srcRect b="0" l="0" r="12534" t="0"/>
          <a:stretch/>
        </p:blipFill>
        <p:spPr>
          <a:xfrm flipH="1" rot="-5400000">
            <a:off x="4810458" y="795201"/>
            <a:ext cx="5292725" cy="3403874"/>
          </a:xfrm>
          <a:prstGeom prst="rect">
            <a:avLst/>
          </a:prstGeom>
          <a:noFill/>
          <a:ln>
            <a:noFill/>
          </a:ln>
        </p:spPr>
      </p:pic>
      <p:pic>
        <p:nvPicPr>
          <p:cNvPr id="100" name="Google Shape;100;p14"/>
          <p:cNvPicPr preferRelativeResize="0"/>
          <p:nvPr/>
        </p:nvPicPr>
        <p:blipFill rotWithShape="1">
          <a:blip r:embed="rId4">
            <a:alphaModFix/>
          </a:blip>
          <a:srcRect b="35359" l="0" r="0" t="0"/>
          <a:stretch/>
        </p:blipFill>
        <p:spPr>
          <a:xfrm rot="10800000">
            <a:off x="0" y="-3500"/>
            <a:ext cx="6050875" cy="2200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2">
    <p:spTree>
      <p:nvGrpSpPr>
        <p:cNvPr id="101" name="Shape 101"/>
        <p:cNvGrpSpPr/>
        <p:nvPr/>
      </p:nvGrpSpPr>
      <p:grpSpPr>
        <a:xfrm>
          <a:off x="0" y="0"/>
          <a:ext cx="0" cy="0"/>
          <a:chOff x="0" y="0"/>
          <a:chExt cx="0" cy="0"/>
        </a:xfrm>
      </p:grpSpPr>
      <p:pic>
        <p:nvPicPr>
          <p:cNvPr id="102" name="Google Shape;102;p15"/>
          <p:cNvPicPr preferRelativeResize="0"/>
          <p:nvPr/>
        </p:nvPicPr>
        <p:blipFill rotWithShape="1">
          <a:blip r:embed="rId2">
            <a:alphaModFix amt="62000"/>
          </a:blip>
          <a:srcRect b="0" l="0" r="22058" t="39515"/>
          <a:stretch/>
        </p:blipFill>
        <p:spPr>
          <a:xfrm>
            <a:off x="6704650" y="-22125"/>
            <a:ext cx="2448700" cy="1900249"/>
          </a:xfrm>
          <a:prstGeom prst="rect">
            <a:avLst/>
          </a:prstGeom>
          <a:noFill/>
          <a:ln>
            <a:noFill/>
          </a:ln>
        </p:spPr>
      </p:pic>
      <p:pic>
        <p:nvPicPr>
          <p:cNvPr id="103" name="Google Shape;103;p15"/>
          <p:cNvPicPr preferRelativeResize="0"/>
          <p:nvPr/>
        </p:nvPicPr>
        <p:blipFill>
          <a:blip r:embed="rId3">
            <a:alphaModFix amt="38000"/>
          </a:blip>
          <a:stretch>
            <a:fillRect/>
          </a:stretch>
        </p:blipFill>
        <p:spPr>
          <a:xfrm flipH="1">
            <a:off x="-34899" y="2162076"/>
            <a:ext cx="3013100" cy="2981424"/>
          </a:xfrm>
          <a:prstGeom prst="rect">
            <a:avLst/>
          </a:prstGeom>
          <a:noFill/>
          <a:ln>
            <a:noFill/>
          </a:ln>
        </p:spPr>
      </p:pic>
      <p:sp>
        <p:nvSpPr>
          <p:cNvPr id="104" name="Google Shape;104;p15"/>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pic>
        <p:nvPicPr>
          <p:cNvPr id="105" name="Google Shape;105;p15"/>
          <p:cNvPicPr preferRelativeResize="0"/>
          <p:nvPr/>
        </p:nvPicPr>
        <p:blipFill rotWithShape="1">
          <a:blip r:embed="rId4">
            <a:alphaModFix/>
          </a:blip>
          <a:srcRect b="0" l="0" r="58770" t="0"/>
          <a:stretch/>
        </p:blipFill>
        <p:spPr>
          <a:xfrm flipH="1">
            <a:off x="2" y="1969125"/>
            <a:ext cx="2333698" cy="3183975"/>
          </a:xfrm>
          <a:prstGeom prst="rect">
            <a:avLst/>
          </a:prstGeom>
          <a:noFill/>
          <a:ln>
            <a:noFill/>
          </a:ln>
        </p:spPr>
      </p:pic>
      <p:pic>
        <p:nvPicPr>
          <p:cNvPr id="106" name="Google Shape;106;p15"/>
          <p:cNvPicPr preferRelativeResize="0"/>
          <p:nvPr/>
        </p:nvPicPr>
        <p:blipFill rotWithShape="1">
          <a:blip r:embed="rId4">
            <a:alphaModFix/>
          </a:blip>
          <a:srcRect b="0" l="0" r="57647" t="0"/>
          <a:stretch/>
        </p:blipFill>
        <p:spPr>
          <a:xfrm flipH="1" rot="10800000">
            <a:off x="6475277" y="-22124"/>
            <a:ext cx="2677776" cy="355649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07" name="Shape 107"/>
        <p:cNvGrpSpPr/>
        <p:nvPr/>
      </p:nvGrpSpPr>
      <p:grpSpPr>
        <a:xfrm>
          <a:off x="0" y="0"/>
          <a:ext cx="0" cy="0"/>
          <a:chOff x="0" y="0"/>
          <a:chExt cx="0" cy="0"/>
        </a:xfrm>
      </p:grpSpPr>
      <p:pic>
        <p:nvPicPr>
          <p:cNvPr id="108" name="Google Shape;108;p16"/>
          <p:cNvPicPr preferRelativeResize="0"/>
          <p:nvPr/>
        </p:nvPicPr>
        <p:blipFill>
          <a:blip r:embed="rId2">
            <a:alphaModFix amt="38000"/>
          </a:blip>
          <a:stretch>
            <a:fillRect/>
          </a:stretch>
        </p:blipFill>
        <p:spPr>
          <a:xfrm flipH="1">
            <a:off x="-11132" y="2169659"/>
            <a:ext cx="3013100" cy="2981424"/>
          </a:xfrm>
          <a:prstGeom prst="rect">
            <a:avLst/>
          </a:prstGeom>
          <a:noFill/>
          <a:ln>
            <a:noFill/>
          </a:ln>
        </p:spPr>
      </p:pic>
      <p:sp>
        <p:nvSpPr>
          <p:cNvPr id="109" name="Google Shape;109;p16"/>
          <p:cNvSpPr txBox="1"/>
          <p:nvPr>
            <p:ph type="title"/>
          </p:nvPr>
        </p:nvSpPr>
        <p:spPr>
          <a:xfrm>
            <a:off x="1009650" y="2972200"/>
            <a:ext cx="7124700" cy="914400"/>
          </a:xfrm>
          <a:prstGeom prst="rect">
            <a:avLst/>
          </a:prstGeom>
        </p:spPr>
        <p:txBody>
          <a:bodyPr anchorCtr="0" anchor="ctr"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10" name="Google Shape;110;p16"/>
          <p:cNvSpPr txBox="1"/>
          <p:nvPr>
            <p:ph idx="1" type="subTitle"/>
          </p:nvPr>
        </p:nvSpPr>
        <p:spPr>
          <a:xfrm>
            <a:off x="1010400" y="3924475"/>
            <a:ext cx="7123200" cy="64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sz="1600"/>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pic>
        <p:nvPicPr>
          <p:cNvPr id="111" name="Google Shape;111;p16"/>
          <p:cNvPicPr preferRelativeResize="0"/>
          <p:nvPr/>
        </p:nvPicPr>
        <p:blipFill rotWithShape="1">
          <a:blip r:embed="rId3">
            <a:alphaModFix/>
          </a:blip>
          <a:srcRect b="24116" l="2407" r="12537" t="0"/>
          <a:stretch/>
        </p:blipFill>
        <p:spPr>
          <a:xfrm rot="5400000">
            <a:off x="-1285601" y="1278550"/>
            <a:ext cx="5147002" cy="258290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12" name="Shape 112"/>
        <p:cNvGrpSpPr/>
        <p:nvPr/>
      </p:nvGrpSpPr>
      <p:grpSpPr>
        <a:xfrm>
          <a:off x="0" y="0"/>
          <a:ext cx="0" cy="0"/>
          <a:chOff x="0" y="0"/>
          <a:chExt cx="0" cy="0"/>
        </a:xfrm>
      </p:grpSpPr>
      <p:pic>
        <p:nvPicPr>
          <p:cNvPr id="113" name="Google Shape;113;p17"/>
          <p:cNvPicPr preferRelativeResize="0"/>
          <p:nvPr/>
        </p:nvPicPr>
        <p:blipFill rotWithShape="1">
          <a:blip r:embed="rId2">
            <a:alphaModFix amt="47000"/>
          </a:blip>
          <a:srcRect b="0" l="31342" r="0" t="43624"/>
          <a:stretch/>
        </p:blipFill>
        <p:spPr>
          <a:xfrm flipH="1" rot="5400000">
            <a:off x="7187584" y="3179500"/>
            <a:ext cx="2156900" cy="1771100"/>
          </a:xfrm>
          <a:prstGeom prst="rect">
            <a:avLst/>
          </a:prstGeom>
          <a:noFill/>
          <a:ln>
            <a:noFill/>
          </a:ln>
        </p:spPr>
      </p:pic>
      <p:pic>
        <p:nvPicPr>
          <p:cNvPr id="114" name="Google Shape;114;p17"/>
          <p:cNvPicPr preferRelativeResize="0"/>
          <p:nvPr/>
        </p:nvPicPr>
        <p:blipFill rotWithShape="1">
          <a:blip r:embed="rId2">
            <a:alphaModFix amt="47000"/>
          </a:blip>
          <a:srcRect b="0" l="31342" r="0" t="43624"/>
          <a:stretch/>
        </p:blipFill>
        <p:spPr>
          <a:xfrm>
            <a:off x="0" y="0"/>
            <a:ext cx="2156900" cy="1771100"/>
          </a:xfrm>
          <a:prstGeom prst="rect">
            <a:avLst/>
          </a:prstGeom>
          <a:noFill/>
          <a:ln>
            <a:noFill/>
          </a:ln>
        </p:spPr>
      </p:pic>
      <p:pic>
        <p:nvPicPr>
          <p:cNvPr id="115" name="Google Shape;115;p17"/>
          <p:cNvPicPr preferRelativeResize="0"/>
          <p:nvPr/>
        </p:nvPicPr>
        <p:blipFill rotWithShape="1">
          <a:blip r:embed="rId3">
            <a:alphaModFix/>
          </a:blip>
          <a:srcRect b="0" l="0" r="40213" t="0"/>
          <a:stretch/>
        </p:blipFill>
        <p:spPr>
          <a:xfrm flipH="1" rot="5400000">
            <a:off x="-120577" y="120575"/>
            <a:ext cx="4078200" cy="3837051"/>
          </a:xfrm>
          <a:prstGeom prst="rect">
            <a:avLst/>
          </a:prstGeom>
          <a:noFill/>
          <a:ln>
            <a:noFill/>
          </a:ln>
        </p:spPr>
      </p:pic>
      <p:sp>
        <p:nvSpPr>
          <p:cNvPr id="116" name="Google Shape;116;p17"/>
          <p:cNvSpPr txBox="1"/>
          <p:nvPr>
            <p:ph type="title"/>
          </p:nvPr>
        </p:nvSpPr>
        <p:spPr>
          <a:xfrm>
            <a:off x="1793550" y="3151150"/>
            <a:ext cx="55569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17" name="Google Shape;117;p17"/>
          <p:cNvSpPr txBox="1"/>
          <p:nvPr>
            <p:ph idx="1" type="subTitle"/>
          </p:nvPr>
        </p:nvSpPr>
        <p:spPr>
          <a:xfrm>
            <a:off x="1792200" y="3676375"/>
            <a:ext cx="5559600" cy="54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pic>
        <p:nvPicPr>
          <p:cNvPr id="118" name="Google Shape;118;p17"/>
          <p:cNvPicPr preferRelativeResize="0"/>
          <p:nvPr/>
        </p:nvPicPr>
        <p:blipFill rotWithShape="1">
          <a:blip r:embed="rId3">
            <a:alphaModFix/>
          </a:blip>
          <a:srcRect b="0" l="0" r="40213" t="0"/>
          <a:stretch/>
        </p:blipFill>
        <p:spPr>
          <a:xfrm flipH="1" rot="-5400000">
            <a:off x="5186373" y="1185875"/>
            <a:ext cx="4078200" cy="383705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19" name="Shape 119"/>
        <p:cNvGrpSpPr/>
        <p:nvPr/>
      </p:nvGrpSpPr>
      <p:grpSpPr>
        <a:xfrm>
          <a:off x="0" y="0"/>
          <a:ext cx="0" cy="0"/>
          <a:chOff x="0" y="0"/>
          <a:chExt cx="0" cy="0"/>
        </a:xfrm>
      </p:grpSpPr>
      <p:pic>
        <p:nvPicPr>
          <p:cNvPr id="120" name="Google Shape;120;p18"/>
          <p:cNvPicPr preferRelativeResize="0"/>
          <p:nvPr/>
        </p:nvPicPr>
        <p:blipFill>
          <a:blip r:embed="rId2">
            <a:alphaModFix amt="20000"/>
          </a:blip>
          <a:stretch>
            <a:fillRect/>
          </a:stretch>
        </p:blipFill>
        <p:spPr>
          <a:xfrm>
            <a:off x="6130901" y="2154079"/>
            <a:ext cx="3013100" cy="2981424"/>
          </a:xfrm>
          <a:prstGeom prst="rect">
            <a:avLst/>
          </a:prstGeom>
          <a:noFill/>
          <a:ln>
            <a:noFill/>
          </a:ln>
        </p:spPr>
      </p:pic>
      <p:pic>
        <p:nvPicPr>
          <p:cNvPr id="121" name="Google Shape;121;p18"/>
          <p:cNvPicPr preferRelativeResize="0"/>
          <p:nvPr/>
        </p:nvPicPr>
        <p:blipFill rotWithShape="1">
          <a:blip r:embed="rId3">
            <a:alphaModFix/>
          </a:blip>
          <a:srcRect b="0" l="0" r="60000" t="0"/>
          <a:stretch/>
        </p:blipFill>
        <p:spPr>
          <a:xfrm flipH="1" rot="-5400000">
            <a:off x="4751062" y="742950"/>
            <a:ext cx="3657600" cy="5143500"/>
          </a:xfrm>
          <a:prstGeom prst="rect">
            <a:avLst/>
          </a:prstGeom>
          <a:noFill/>
          <a:ln>
            <a:noFill/>
          </a:ln>
        </p:spPr>
      </p:pic>
      <p:pic>
        <p:nvPicPr>
          <p:cNvPr id="122" name="Google Shape;122;p18"/>
          <p:cNvPicPr preferRelativeResize="0"/>
          <p:nvPr/>
        </p:nvPicPr>
        <p:blipFill>
          <a:blip r:embed="rId2">
            <a:alphaModFix amt="48000"/>
          </a:blip>
          <a:stretch>
            <a:fillRect/>
          </a:stretch>
        </p:blipFill>
        <p:spPr>
          <a:xfrm rot="10800000">
            <a:off x="1" y="-6879"/>
            <a:ext cx="3013100" cy="2981424"/>
          </a:xfrm>
          <a:prstGeom prst="rect">
            <a:avLst/>
          </a:prstGeom>
          <a:noFill/>
          <a:ln>
            <a:noFill/>
          </a:ln>
        </p:spPr>
      </p:pic>
      <p:pic>
        <p:nvPicPr>
          <p:cNvPr id="123" name="Google Shape;123;p18"/>
          <p:cNvPicPr preferRelativeResize="0"/>
          <p:nvPr/>
        </p:nvPicPr>
        <p:blipFill rotWithShape="1">
          <a:blip r:embed="rId3">
            <a:alphaModFix/>
          </a:blip>
          <a:srcRect b="0" l="0" r="60000" t="0"/>
          <a:stretch/>
        </p:blipFill>
        <p:spPr>
          <a:xfrm flipH="1" rot="5400000">
            <a:off x="742950" y="-711567"/>
            <a:ext cx="3657600" cy="5143500"/>
          </a:xfrm>
          <a:prstGeom prst="rect">
            <a:avLst/>
          </a:prstGeom>
          <a:noFill/>
          <a:ln>
            <a:noFill/>
          </a:ln>
        </p:spPr>
      </p:pic>
      <p:sp>
        <p:nvSpPr>
          <p:cNvPr id="124" name="Google Shape;124;p18"/>
          <p:cNvSpPr txBox="1"/>
          <p:nvPr>
            <p:ph type="title"/>
          </p:nvPr>
        </p:nvSpPr>
        <p:spPr>
          <a:xfrm>
            <a:off x="1001116" y="2740454"/>
            <a:ext cx="30633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b="0" sz="2300">
                <a:solidFill>
                  <a:schemeClr val="lt1"/>
                </a:solidFil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25" name="Google Shape;125;p18"/>
          <p:cNvSpPr txBox="1"/>
          <p:nvPr>
            <p:ph idx="2" type="title"/>
          </p:nvPr>
        </p:nvSpPr>
        <p:spPr>
          <a:xfrm>
            <a:off x="5079584" y="2740454"/>
            <a:ext cx="30633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b="0" sz="2300">
                <a:solidFill>
                  <a:schemeClr val="lt1"/>
                </a:solidFil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126" name="Google Shape;126;p18"/>
          <p:cNvSpPr txBox="1"/>
          <p:nvPr>
            <p:ph idx="1" type="subTitle"/>
          </p:nvPr>
        </p:nvSpPr>
        <p:spPr>
          <a:xfrm>
            <a:off x="5081834" y="3077951"/>
            <a:ext cx="3058800" cy="101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7" name="Google Shape;127;p18"/>
          <p:cNvSpPr txBox="1"/>
          <p:nvPr>
            <p:ph idx="3" type="subTitle"/>
          </p:nvPr>
        </p:nvSpPr>
        <p:spPr>
          <a:xfrm>
            <a:off x="1003366" y="3077951"/>
            <a:ext cx="3058800" cy="101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8" name="Google Shape;128;p18"/>
          <p:cNvSpPr txBox="1"/>
          <p:nvPr>
            <p:ph idx="4"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4">
    <p:spTree>
      <p:nvGrpSpPr>
        <p:cNvPr id="129" name="Shape 129"/>
        <p:cNvGrpSpPr/>
        <p:nvPr/>
      </p:nvGrpSpPr>
      <p:grpSpPr>
        <a:xfrm>
          <a:off x="0" y="0"/>
          <a:ext cx="0" cy="0"/>
          <a:chOff x="0" y="0"/>
          <a:chExt cx="0" cy="0"/>
        </a:xfrm>
      </p:grpSpPr>
      <p:pic>
        <p:nvPicPr>
          <p:cNvPr id="130" name="Google Shape;130;p19"/>
          <p:cNvPicPr preferRelativeResize="0"/>
          <p:nvPr/>
        </p:nvPicPr>
        <p:blipFill rotWithShape="1">
          <a:blip r:embed="rId2">
            <a:alphaModFix amt="50000"/>
          </a:blip>
          <a:srcRect b="0" l="29652" r="0" t="45569"/>
          <a:stretch/>
        </p:blipFill>
        <p:spPr>
          <a:xfrm rot="10800000">
            <a:off x="6941559" y="3427601"/>
            <a:ext cx="2210026" cy="1709999"/>
          </a:xfrm>
          <a:prstGeom prst="rect">
            <a:avLst/>
          </a:prstGeom>
          <a:noFill/>
          <a:ln>
            <a:noFill/>
          </a:ln>
        </p:spPr>
      </p:pic>
      <p:pic>
        <p:nvPicPr>
          <p:cNvPr id="131" name="Google Shape;131;p19"/>
          <p:cNvPicPr preferRelativeResize="0"/>
          <p:nvPr/>
        </p:nvPicPr>
        <p:blipFill rotWithShape="1">
          <a:blip r:embed="rId3">
            <a:alphaModFix/>
          </a:blip>
          <a:srcRect b="0" l="0" r="47794" t="0"/>
          <a:stretch/>
        </p:blipFill>
        <p:spPr>
          <a:xfrm rot="10800000">
            <a:off x="3" y="0"/>
            <a:ext cx="3159125" cy="3403874"/>
          </a:xfrm>
          <a:prstGeom prst="rect">
            <a:avLst/>
          </a:prstGeom>
          <a:noFill/>
          <a:ln>
            <a:noFill/>
          </a:ln>
        </p:spPr>
      </p:pic>
      <p:pic>
        <p:nvPicPr>
          <p:cNvPr id="132" name="Google Shape;132;p19"/>
          <p:cNvPicPr preferRelativeResize="0"/>
          <p:nvPr/>
        </p:nvPicPr>
        <p:blipFill rotWithShape="1">
          <a:blip r:embed="rId2">
            <a:alphaModFix amt="50000"/>
          </a:blip>
          <a:srcRect b="0" l="29652" r="0" t="45569"/>
          <a:stretch/>
        </p:blipFill>
        <p:spPr>
          <a:xfrm>
            <a:off x="0" y="0"/>
            <a:ext cx="2210026" cy="1709999"/>
          </a:xfrm>
          <a:prstGeom prst="rect">
            <a:avLst/>
          </a:prstGeom>
          <a:noFill/>
          <a:ln>
            <a:noFill/>
          </a:ln>
        </p:spPr>
      </p:pic>
      <p:sp>
        <p:nvSpPr>
          <p:cNvPr id="133" name="Google Shape;133;p19"/>
          <p:cNvSpPr txBox="1"/>
          <p:nvPr>
            <p:ph idx="1" type="body"/>
          </p:nvPr>
        </p:nvSpPr>
        <p:spPr>
          <a:xfrm>
            <a:off x="794950" y="1860550"/>
            <a:ext cx="3749400" cy="27693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SzPts val="1600"/>
              <a:buFont typeface="Nunito Light"/>
              <a:buChar char="●"/>
              <a:defRPr/>
            </a:lvl1pPr>
            <a:lvl2pPr indent="-330200" lvl="1" marL="914400" rtl="0">
              <a:lnSpc>
                <a:spcPct val="100000"/>
              </a:lnSpc>
              <a:spcBef>
                <a:spcPts val="0"/>
              </a:spcBef>
              <a:spcAft>
                <a:spcPts val="0"/>
              </a:spcAft>
              <a:buSzPts val="1600"/>
              <a:buFont typeface="Nunito Light"/>
              <a:buChar char="○"/>
              <a:defRPr sz="1600"/>
            </a:lvl2pPr>
            <a:lvl3pPr indent="-330200" lvl="2" marL="1371600" rtl="0">
              <a:lnSpc>
                <a:spcPct val="100000"/>
              </a:lnSpc>
              <a:spcBef>
                <a:spcPts val="0"/>
              </a:spcBef>
              <a:spcAft>
                <a:spcPts val="0"/>
              </a:spcAft>
              <a:buSzPts val="1600"/>
              <a:buFont typeface="Nunito Light"/>
              <a:buChar char="■"/>
              <a:defRPr sz="1600"/>
            </a:lvl3pPr>
            <a:lvl4pPr indent="-330200" lvl="3" marL="1828800" rtl="0">
              <a:lnSpc>
                <a:spcPct val="100000"/>
              </a:lnSpc>
              <a:spcBef>
                <a:spcPts val="0"/>
              </a:spcBef>
              <a:spcAft>
                <a:spcPts val="0"/>
              </a:spcAft>
              <a:buSzPts val="1600"/>
              <a:buFont typeface="Nunito Light"/>
              <a:buChar char="●"/>
              <a:defRPr sz="1600"/>
            </a:lvl4pPr>
            <a:lvl5pPr indent="-330200" lvl="4" marL="2286000" rtl="0">
              <a:lnSpc>
                <a:spcPct val="100000"/>
              </a:lnSpc>
              <a:spcBef>
                <a:spcPts val="0"/>
              </a:spcBef>
              <a:spcAft>
                <a:spcPts val="0"/>
              </a:spcAft>
              <a:buSzPts val="1600"/>
              <a:buFont typeface="Nunito Light"/>
              <a:buChar char="○"/>
              <a:defRPr sz="1600"/>
            </a:lvl5pPr>
            <a:lvl6pPr indent="-330200" lvl="5" marL="2743200" rtl="0">
              <a:lnSpc>
                <a:spcPct val="100000"/>
              </a:lnSpc>
              <a:spcBef>
                <a:spcPts val="0"/>
              </a:spcBef>
              <a:spcAft>
                <a:spcPts val="0"/>
              </a:spcAft>
              <a:buSzPts val="1600"/>
              <a:buFont typeface="Nunito Light"/>
              <a:buChar char="■"/>
              <a:defRPr sz="1600"/>
            </a:lvl6pPr>
            <a:lvl7pPr indent="-330200" lvl="6" marL="3200400" rtl="0">
              <a:lnSpc>
                <a:spcPct val="100000"/>
              </a:lnSpc>
              <a:spcBef>
                <a:spcPts val="0"/>
              </a:spcBef>
              <a:spcAft>
                <a:spcPts val="0"/>
              </a:spcAft>
              <a:buSzPts val="1600"/>
              <a:buFont typeface="Nunito Light"/>
              <a:buChar char="●"/>
              <a:defRPr sz="1600"/>
            </a:lvl7pPr>
            <a:lvl8pPr indent="-330200" lvl="7" marL="3657600" rtl="0">
              <a:lnSpc>
                <a:spcPct val="100000"/>
              </a:lnSpc>
              <a:spcBef>
                <a:spcPts val="0"/>
              </a:spcBef>
              <a:spcAft>
                <a:spcPts val="0"/>
              </a:spcAft>
              <a:buSzPts val="1600"/>
              <a:buFont typeface="Nunito Light"/>
              <a:buChar char="○"/>
              <a:defRPr sz="1600"/>
            </a:lvl8pPr>
            <a:lvl9pPr indent="-330200" lvl="8" marL="4114800" rtl="0">
              <a:lnSpc>
                <a:spcPct val="100000"/>
              </a:lnSpc>
              <a:spcBef>
                <a:spcPts val="0"/>
              </a:spcBef>
              <a:spcAft>
                <a:spcPts val="0"/>
              </a:spcAft>
              <a:buSzPts val="1600"/>
              <a:buFont typeface="Nunito Light"/>
              <a:buChar char="■"/>
              <a:defRPr sz="1600"/>
            </a:lvl9pPr>
          </a:lstStyle>
          <a:p/>
        </p:txBody>
      </p:sp>
      <p:sp>
        <p:nvSpPr>
          <p:cNvPr id="134" name="Google Shape;134;p19"/>
          <p:cNvSpPr txBox="1"/>
          <p:nvPr>
            <p:ph idx="2" type="body"/>
          </p:nvPr>
        </p:nvSpPr>
        <p:spPr>
          <a:xfrm>
            <a:off x="4599650" y="1860550"/>
            <a:ext cx="3749400" cy="2769300"/>
          </a:xfrm>
          <a:prstGeom prst="rect">
            <a:avLst/>
          </a:prstGeom>
        </p:spPr>
        <p:txBody>
          <a:bodyPr anchorCtr="0" anchor="t" bIns="91425" lIns="91425" spcFirstLastPara="1" rIns="91425" wrap="square" tIns="91425">
            <a:noAutofit/>
          </a:bodyPr>
          <a:lstStyle>
            <a:lvl1pPr indent="-330200" lvl="0" marL="457200" rtl="0">
              <a:lnSpc>
                <a:spcPct val="100000"/>
              </a:lnSpc>
              <a:spcBef>
                <a:spcPts val="300"/>
              </a:spcBef>
              <a:spcAft>
                <a:spcPts val="0"/>
              </a:spcAft>
              <a:buSzPts val="1600"/>
              <a:buFont typeface="Nunito Light"/>
              <a:buChar char="●"/>
              <a:defRPr/>
            </a:lvl1pPr>
            <a:lvl2pPr indent="-330200" lvl="1" marL="914400" rtl="0">
              <a:lnSpc>
                <a:spcPct val="100000"/>
              </a:lnSpc>
              <a:spcBef>
                <a:spcPts val="0"/>
              </a:spcBef>
              <a:spcAft>
                <a:spcPts val="0"/>
              </a:spcAft>
              <a:buSzPts val="1600"/>
              <a:buFont typeface="Nunito Light"/>
              <a:buChar char="○"/>
              <a:defRPr sz="1600"/>
            </a:lvl2pPr>
            <a:lvl3pPr indent="-330200" lvl="2" marL="1371600" rtl="0">
              <a:lnSpc>
                <a:spcPct val="100000"/>
              </a:lnSpc>
              <a:spcBef>
                <a:spcPts val="0"/>
              </a:spcBef>
              <a:spcAft>
                <a:spcPts val="0"/>
              </a:spcAft>
              <a:buSzPts val="1600"/>
              <a:buFont typeface="Nunito Light"/>
              <a:buChar char="■"/>
              <a:defRPr sz="1600"/>
            </a:lvl3pPr>
            <a:lvl4pPr indent="-330200" lvl="3" marL="1828800" rtl="0">
              <a:lnSpc>
                <a:spcPct val="100000"/>
              </a:lnSpc>
              <a:spcBef>
                <a:spcPts val="0"/>
              </a:spcBef>
              <a:spcAft>
                <a:spcPts val="0"/>
              </a:spcAft>
              <a:buSzPts val="1600"/>
              <a:buFont typeface="Nunito Light"/>
              <a:buChar char="●"/>
              <a:defRPr sz="1600"/>
            </a:lvl4pPr>
            <a:lvl5pPr indent="-330200" lvl="4" marL="2286000" rtl="0">
              <a:lnSpc>
                <a:spcPct val="100000"/>
              </a:lnSpc>
              <a:spcBef>
                <a:spcPts val="0"/>
              </a:spcBef>
              <a:spcAft>
                <a:spcPts val="0"/>
              </a:spcAft>
              <a:buSzPts val="1600"/>
              <a:buFont typeface="Nunito Light"/>
              <a:buChar char="○"/>
              <a:defRPr sz="1600"/>
            </a:lvl5pPr>
            <a:lvl6pPr indent="-330200" lvl="5" marL="2743200" rtl="0">
              <a:lnSpc>
                <a:spcPct val="100000"/>
              </a:lnSpc>
              <a:spcBef>
                <a:spcPts val="0"/>
              </a:spcBef>
              <a:spcAft>
                <a:spcPts val="0"/>
              </a:spcAft>
              <a:buSzPts val="1600"/>
              <a:buFont typeface="Nunito Light"/>
              <a:buChar char="■"/>
              <a:defRPr sz="1600"/>
            </a:lvl6pPr>
            <a:lvl7pPr indent="-330200" lvl="6" marL="3200400" rtl="0">
              <a:lnSpc>
                <a:spcPct val="100000"/>
              </a:lnSpc>
              <a:spcBef>
                <a:spcPts val="0"/>
              </a:spcBef>
              <a:spcAft>
                <a:spcPts val="0"/>
              </a:spcAft>
              <a:buSzPts val="1600"/>
              <a:buFont typeface="Nunito Light"/>
              <a:buChar char="●"/>
              <a:defRPr sz="1600"/>
            </a:lvl7pPr>
            <a:lvl8pPr indent="-330200" lvl="7" marL="3657600" rtl="0">
              <a:lnSpc>
                <a:spcPct val="100000"/>
              </a:lnSpc>
              <a:spcBef>
                <a:spcPts val="0"/>
              </a:spcBef>
              <a:spcAft>
                <a:spcPts val="0"/>
              </a:spcAft>
              <a:buSzPts val="1600"/>
              <a:buFont typeface="Nunito Light"/>
              <a:buChar char="○"/>
              <a:defRPr sz="1600"/>
            </a:lvl8pPr>
            <a:lvl9pPr indent="-330200" lvl="8" marL="4114800" rtl="0">
              <a:lnSpc>
                <a:spcPct val="100000"/>
              </a:lnSpc>
              <a:spcBef>
                <a:spcPts val="0"/>
              </a:spcBef>
              <a:spcAft>
                <a:spcPts val="0"/>
              </a:spcAft>
              <a:buSzPts val="1600"/>
              <a:buFont typeface="Nunito Light"/>
              <a:buChar char="■"/>
              <a:defRPr sz="1600"/>
            </a:lvl9pPr>
          </a:lstStyle>
          <a:p/>
        </p:txBody>
      </p:sp>
      <p:sp>
        <p:nvSpPr>
          <p:cNvPr id="135" name="Google Shape;135;p19"/>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sz="2800"/>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sp>
        <p:nvSpPr>
          <p:cNvPr id="136" name="Google Shape;136;p19"/>
          <p:cNvSpPr txBox="1"/>
          <p:nvPr>
            <p:ph idx="3" type="subTitle"/>
          </p:nvPr>
        </p:nvSpPr>
        <p:spPr>
          <a:xfrm>
            <a:off x="2361000" y="1161300"/>
            <a:ext cx="4422000" cy="548700"/>
          </a:xfrm>
          <a:prstGeom prst="rect">
            <a:avLst/>
          </a:prstGeom>
        </p:spPr>
        <p:txBody>
          <a:bodyPr anchorCtr="0" anchor="ctr" bIns="91425" lIns="91425" spcFirstLastPara="1" rIns="91425" wrap="square" tIns="91425">
            <a:noAutofit/>
          </a:bodyPr>
          <a:lstStyle>
            <a:lvl1pPr lvl="0" rtl="0" algn="ctr">
              <a:lnSpc>
                <a:spcPct val="100000"/>
              </a:lnSpc>
              <a:spcBef>
                <a:spcPts val="30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137" name="Google Shape;137;p19"/>
          <p:cNvPicPr preferRelativeResize="0"/>
          <p:nvPr/>
        </p:nvPicPr>
        <p:blipFill rotWithShape="1">
          <a:blip r:embed="rId3">
            <a:alphaModFix/>
          </a:blip>
          <a:srcRect b="0" l="0" r="47794" t="0"/>
          <a:stretch/>
        </p:blipFill>
        <p:spPr>
          <a:xfrm>
            <a:off x="5984878" y="1739625"/>
            <a:ext cx="3159125" cy="340387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38" name="Shape 138"/>
        <p:cNvGrpSpPr/>
        <p:nvPr/>
      </p:nvGrpSpPr>
      <p:grpSpPr>
        <a:xfrm>
          <a:off x="0" y="0"/>
          <a:ext cx="0" cy="0"/>
          <a:chOff x="0" y="0"/>
          <a:chExt cx="0" cy="0"/>
        </a:xfrm>
      </p:grpSpPr>
      <p:sp>
        <p:nvSpPr>
          <p:cNvPr id="139" name="Google Shape;139;p20"/>
          <p:cNvSpPr txBox="1"/>
          <p:nvPr>
            <p:ph type="title"/>
          </p:nvPr>
        </p:nvSpPr>
        <p:spPr>
          <a:xfrm>
            <a:off x="714192" y="2744522"/>
            <a:ext cx="20574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0" name="Google Shape;140;p20"/>
          <p:cNvSpPr txBox="1"/>
          <p:nvPr>
            <p:ph idx="1" type="subTitle"/>
          </p:nvPr>
        </p:nvSpPr>
        <p:spPr>
          <a:xfrm>
            <a:off x="712992" y="3082846"/>
            <a:ext cx="2059800" cy="1014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41" name="Google Shape;141;p20"/>
          <p:cNvSpPr txBox="1"/>
          <p:nvPr>
            <p:ph idx="2" type="title"/>
          </p:nvPr>
        </p:nvSpPr>
        <p:spPr>
          <a:xfrm>
            <a:off x="3543300" y="2744522"/>
            <a:ext cx="20574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2" name="Google Shape;142;p20"/>
          <p:cNvSpPr txBox="1"/>
          <p:nvPr>
            <p:ph idx="3" type="subTitle"/>
          </p:nvPr>
        </p:nvSpPr>
        <p:spPr>
          <a:xfrm>
            <a:off x="3543750" y="3082850"/>
            <a:ext cx="2056500" cy="1014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43" name="Google Shape;143;p20"/>
          <p:cNvSpPr txBox="1"/>
          <p:nvPr>
            <p:ph idx="4" type="title"/>
          </p:nvPr>
        </p:nvSpPr>
        <p:spPr>
          <a:xfrm>
            <a:off x="6373772" y="2744522"/>
            <a:ext cx="20574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4" name="Google Shape;144;p20"/>
          <p:cNvSpPr txBox="1"/>
          <p:nvPr>
            <p:ph idx="5" type="subTitle"/>
          </p:nvPr>
        </p:nvSpPr>
        <p:spPr>
          <a:xfrm>
            <a:off x="6374222" y="3082850"/>
            <a:ext cx="2056500" cy="1014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45" name="Google Shape;145;p20"/>
          <p:cNvSpPr txBox="1"/>
          <p:nvPr>
            <p:ph idx="6"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sz="2800"/>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pic>
        <p:nvPicPr>
          <p:cNvPr id="146" name="Google Shape;146;p20"/>
          <p:cNvPicPr preferRelativeResize="0"/>
          <p:nvPr/>
        </p:nvPicPr>
        <p:blipFill rotWithShape="1">
          <a:blip r:embed="rId2">
            <a:alphaModFix/>
          </a:blip>
          <a:srcRect b="11995" l="0" r="16037" t="0"/>
          <a:stretch/>
        </p:blipFill>
        <p:spPr>
          <a:xfrm flipH="1">
            <a:off x="1" y="2347975"/>
            <a:ext cx="4741474" cy="2795526"/>
          </a:xfrm>
          <a:prstGeom prst="rect">
            <a:avLst/>
          </a:prstGeom>
          <a:noFill/>
          <a:ln>
            <a:noFill/>
          </a:ln>
        </p:spPr>
      </p:pic>
      <p:pic>
        <p:nvPicPr>
          <p:cNvPr id="147" name="Google Shape;147;p20"/>
          <p:cNvPicPr preferRelativeResize="0"/>
          <p:nvPr/>
        </p:nvPicPr>
        <p:blipFill rotWithShape="1">
          <a:blip r:embed="rId2">
            <a:alphaModFix/>
          </a:blip>
          <a:srcRect b="40494" l="0" r="0" t="0"/>
          <a:stretch/>
        </p:blipFill>
        <p:spPr>
          <a:xfrm flipH="1" rot="10800000">
            <a:off x="3501350" y="4151"/>
            <a:ext cx="5647075" cy="1890251"/>
          </a:xfrm>
          <a:prstGeom prst="rect">
            <a:avLst/>
          </a:prstGeom>
          <a:noFill/>
          <a:ln>
            <a:noFill/>
          </a:ln>
        </p:spPr>
      </p:pic>
      <p:pic>
        <p:nvPicPr>
          <p:cNvPr id="148" name="Google Shape;148;p20"/>
          <p:cNvPicPr preferRelativeResize="0"/>
          <p:nvPr/>
        </p:nvPicPr>
        <p:blipFill>
          <a:blip r:embed="rId3">
            <a:alphaModFix amt="38000"/>
          </a:blip>
          <a:stretch>
            <a:fillRect/>
          </a:stretch>
        </p:blipFill>
        <p:spPr>
          <a:xfrm rot="10800000">
            <a:off x="1" y="1"/>
            <a:ext cx="3013100" cy="298142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49" name="Shape 149"/>
        <p:cNvGrpSpPr/>
        <p:nvPr/>
      </p:nvGrpSpPr>
      <p:grpSpPr>
        <a:xfrm>
          <a:off x="0" y="0"/>
          <a:ext cx="0" cy="0"/>
          <a:chOff x="0" y="0"/>
          <a:chExt cx="0" cy="0"/>
        </a:xfrm>
      </p:grpSpPr>
      <p:pic>
        <p:nvPicPr>
          <p:cNvPr id="150" name="Google Shape;150;p21"/>
          <p:cNvPicPr preferRelativeResize="0"/>
          <p:nvPr/>
        </p:nvPicPr>
        <p:blipFill>
          <a:blip r:embed="rId2">
            <a:alphaModFix amt="38000"/>
          </a:blip>
          <a:stretch>
            <a:fillRect/>
          </a:stretch>
        </p:blipFill>
        <p:spPr>
          <a:xfrm flipH="1" rot="10800000">
            <a:off x="6130901" y="-25574"/>
            <a:ext cx="3013100" cy="2981424"/>
          </a:xfrm>
          <a:prstGeom prst="rect">
            <a:avLst/>
          </a:prstGeom>
          <a:noFill/>
          <a:ln>
            <a:noFill/>
          </a:ln>
        </p:spPr>
      </p:pic>
      <p:sp>
        <p:nvSpPr>
          <p:cNvPr id="151" name="Google Shape;151;p21"/>
          <p:cNvSpPr txBox="1"/>
          <p:nvPr>
            <p:ph type="title"/>
          </p:nvPr>
        </p:nvSpPr>
        <p:spPr>
          <a:xfrm>
            <a:off x="714192" y="1677907"/>
            <a:ext cx="20574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2" name="Google Shape;152;p21"/>
          <p:cNvSpPr txBox="1"/>
          <p:nvPr>
            <p:ph idx="1" type="subTitle"/>
          </p:nvPr>
        </p:nvSpPr>
        <p:spPr>
          <a:xfrm>
            <a:off x="712992" y="3597381"/>
            <a:ext cx="2059800" cy="64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53" name="Google Shape;153;p21"/>
          <p:cNvSpPr txBox="1"/>
          <p:nvPr>
            <p:ph idx="2" type="title"/>
          </p:nvPr>
        </p:nvSpPr>
        <p:spPr>
          <a:xfrm>
            <a:off x="3543300" y="1677907"/>
            <a:ext cx="20574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4" name="Google Shape;154;p21"/>
          <p:cNvSpPr txBox="1"/>
          <p:nvPr>
            <p:ph idx="3" type="subTitle"/>
          </p:nvPr>
        </p:nvSpPr>
        <p:spPr>
          <a:xfrm>
            <a:off x="3543750" y="3597381"/>
            <a:ext cx="2056500" cy="64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55" name="Google Shape;155;p21"/>
          <p:cNvSpPr txBox="1"/>
          <p:nvPr>
            <p:ph idx="4" type="title"/>
          </p:nvPr>
        </p:nvSpPr>
        <p:spPr>
          <a:xfrm>
            <a:off x="6373772" y="1677907"/>
            <a:ext cx="20574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6" name="Google Shape;156;p21"/>
          <p:cNvSpPr txBox="1"/>
          <p:nvPr>
            <p:ph idx="5" type="subTitle"/>
          </p:nvPr>
        </p:nvSpPr>
        <p:spPr>
          <a:xfrm>
            <a:off x="6374222" y="3597381"/>
            <a:ext cx="2056500" cy="64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57" name="Google Shape;157;p21"/>
          <p:cNvSpPr txBox="1"/>
          <p:nvPr>
            <p:ph idx="6"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sz="2800"/>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pic>
        <p:nvPicPr>
          <p:cNvPr id="158" name="Google Shape;158;p21"/>
          <p:cNvPicPr preferRelativeResize="0"/>
          <p:nvPr/>
        </p:nvPicPr>
        <p:blipFill rotWithShape="1">
          <a:blip r:embed="rId3">
            <a:alphaModFix/>
          </a:blip>
          <a:srcRect b="0" l="0" r="24619" t="0"/>
          <a:stretch/>
        </p:blipFill>
        <p:spPr>
          <a:xfrm rot="10800000">
            <a:off x="-7584" y="-4067"/>
            <a:ext cx="3841651" cy="2866701"/>
          </a:xfrm>
          <a:prstGeom prst="rect">
            <a:avLst/>
          </a:prstGeom>
          <a:noFill/>
          <a:ln>
            <a:noFill/>
          </a:ln>
        </p:spPr>
      </p:pic>
      <p:pic>
        <p:nvPicPr>
          <p:cNvPr id="159" name="Google Shape;159;p21"/>
          <p:cNvPicPr preferRelativeResize="0"/>
          <p:nvPr/>
        </p:nvPicPr>
        <p:blipFill rotWithShape="1">
          <a:blip r:embed="rId3">
            <a:alphaModFix/>
          </a:blip>
          <a:srcRect b="0" l="0" r="42664" t="0"/>
          <a:stretch/>
        </p:blipFill>
        <p:spPr>
          <a:xfrm rot="-5400000">
            <a:off x="6249662" y="31787"/>
            <a:ext cx="2921976" cy="28667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60" name="Shape 160"/>
        <p:cNvGrpSpPr/>
        <p:nvPr/>
      </p:nvGrpSpPr>
      <p:grpSpPr>
        <a:xfrm>
          <a:off x="0" y="0"/>
          <a:ext cx="0" cy="0"/>
          <a:chOff x="0" y="0"/>
          <a:chExt cx="0" cy="0"/>
        </a:xfrm>
      </p:grpSpPr>
      <p:pic>
        <p:nvPicPr>
          <p:cNvPr id="161" name="Google Shape;161;p22"/>
          <p:cNvPicPr preferRelativeResize="0"/>
          <p:nvPr/>
        </p:nvPicPr>
        <p:blipFill>
          <a:blip r:embed="rId2">
            <a:alphaModFix amt="38000"/>
          </a:blip>
          <a:stretch>
            <a:fillRect/>
          </a:stretch>
        </p:blipFill>
        <p:spPr>
          <a:xfrm rot="10800000">
            <a:off x="1" y="1"/>
            <a:ext cx="3013100" cy="2981424"/>
          </a:xfrm>
          <a:prstGeom prst="rect">
            <a:avLst/>
          </a:prstGeom>
          <a:noFill/>
          <a:ln>
            <a:noFill/>
          </a:ln>
        </p:spPr>
      </p:pic>
      <p:sp>
        <p:nvSpPr>
          <p:cNvPr id="162" name="Google Shape;162;p22"/>
          <p:cNvSpPr txBox="1"/>
          <p:nvPr>
            <p:ph type="title"/>
          </p:nvPr>
        </p:nvSpPr>
        <p:spPr>
          <a:xfrm>
            <a:off x="1313441" y="1544063"/>
            <a:ext cx="2084400" cy="365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3" name="Google Shape;163;p22"/>
          <p:cNvSpPr txBox="1"/>
          <p:nvPr>
            <p:ph idx="1" type="subTitle"/>
          </p:nvPr>
        </p:nvSpPr>
        <p:spPr>
          <a:xfrm>
            <a:off x="1313441" y="1825787"/>
            <a:ext cx="2084400" cy="665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64" name="Google Shape;164;p22"/>
          <p:cNvSpPr txBox="1"/>
          <p:nvPr>
            <p:ph idx="2" type="title"/>
          </p:nvPr>
        </p:nvSpPr>
        <p:spPr>
          <a:xfrm>
            <a:off x="5739834" y="1544063"/>
            <a:ext cx="20844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5" name="Google Shape;165;p22"/>
          <p:cNvSpPr txBox="1"/>
          <p:nvPr>
            <p:ph idx="3" type="subTitle"/>
          </p:nvPr>
        </p:nvSpPr>
        <p:spPr>
          <a:xfrm>
            <a:off x="5739830" y="1825787"/>
            <a:ext cx="20844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66" name="Google Shape;166;p22"/>
          <p:cNvSpPr txBox="1"/>
          <p:nvPr>
            <p:ph idx="4" type="title"/>
          </p:nvPr>
        </p:nvSpPr>
        <p:spPr>
          <a:xfrm>
            <a:off x="1313447" y="3449063"/>
            <a:ext cx="2084400" cy="365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7" name="Google Shape;167;p22"/>
          <p:cNvSpPr txBox="1"/>
          <p:nvPr>
            <p:ph idx="5" type="subTitle"/>
          </p:nvPr>
        </p:nvSpPr>
        <p:spPr>
          <a:xfrm>
            <a:off x="1313447" y="3730788"/>
            <a:ext cx="2084400" cy="665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68" name="Google Shape;168;p22"/>
          <p:cNvSpPr txBox="1"/>
          <p:nvPr>
            <p:ph idx="6" type="title"/>
          </p:nvPr>
        </p:nvSpPr>
        <p:spPr>
          <a:xfrm>
            <a:off x="5746159" y="3449063"/>
            <a:ext cx="20844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9" name="Google Shape;169;p22"/>
          <p:cNvSpPr txBox="1"/>
          <p:nvPr>
            <p:ph idx="7" type="subTitle"/>
          </p:nvPr>
        </p:nvSpPr>
        <p:spPr>
          <a:xfrm>
            <a:off x="5746155" y="3730788"/>
            <a:ext cx="20844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70" name="Google Shape;170;p22"/>
          <p:cNvSpPr txBox="1"/>
          <p:nvPr>
            <p:ph idx="8"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pic>
        <p:nvPicPr>
          <p:cNvPr id="171" name="Google Shape;171;p22"/>
          <p:cNvPicPr preferRelativeResize="0"/>
          <p:nvPr/>
        </p:nvPicPr>
        <p:blipFill rotWithShape="1">
          <a:blip r:embed="rId3">
            <a:alphaModFix/>
          </a:blip>
          <a:srcRect b="13074" l="10121" r="19153" t="0"/>
          <a:stretch/>
        </p:blipFill>
        <p:spPr>
          <a:xfrm rot="-5400000">
            <a:off x="4779724" y="788823"/>
            <a:ext cx="5160677" cy="3567874"/>
          </a:xfrm>
          <a:prstGeom prst="rect">
            <a:avLst/>
          </a:prstGeom>
          <a:noFill/>
          <a:ln>
            <a:noFill/>
          </a:ln>
        </p:spPr>
      </p:pic>
      <p:pic>
        <p:nvPicPr>
          <p:cNvPr id="172" name="Google Shape;172;p22"/>
          <p:cNvPicPr preferRelativeResize="0"/>
          <p:nvPr/>
        </p:nvPicPr>
        <p:blipFill rotWithShape="1">
          <a:blip r:embed="rId3">
            <a:alphaModFix/>
          </a:blip>
          <a:srcRect b="13074" l="10121" r="19153" t="0"/>
          <a:stretch/>
        </p:blipFill>
        <p:spPr>
          <a:xfrm rot="5400000">
            <a:off x="-796401" y="780228"/>
            <a:ext cx="5160677" cy="356787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73" name="Shape 173"/>
        <p:cNvGrpSpPr/>
        <p:nvPr/>
      </p:nvGrpSpPr>
      <p:grpSpPr>
        <a:xfrm>
          <a:off x="0" y="0"/>
          <a:ext cx="0" cy="0"/>
          <a:chOff x="0" y="0"/>
          <a:chExt cx="0" cy="0"/>
        </a:xfrm>
      </p:grpSpPr>
      <p:pic>
        <p:nvPicPr>
          <p:cNvPr id="174" name="Google Shape;174;p23"/>
          <p:cNvPicPr preferRelativeResize="0"/>
          <p:nvPr/>
        </p:nvPicPr>
        <p:blipFill>
          <a:blip r:embed="rId2">
            <a:alphaModFix amt="38000"/>
          </a:blip>
          <a:stretch>
            <a:fillRect/>
          </a:stretch>
        </p:blipFill>
        <p:spPr>
          <a:xfrm flipH="1">
            <a:off x="1" y="2162076"/>
            <a:ext cx="3013100" cy="2981424"/>
          </a:xfrm>
          <a:prstGeom prst="rect">
            <a:avLst/>
          </a:prstGeom>
          <a:noFill/>
          <a:ln>
            <a:noFill/>
          </a:ln>
        </p:spPr>
      </p:pic>
      <p:pic>
        <p:nvPicPr>
          <p:cNvPr id="175" name="Google Shape;175;p23"/>
          <p:cNvPicPr preferRelativeResize="0"/>
          <p:nvPr/>
        </p:nvPicPr>
        <p:blipFill rotWithShape="1">
          <a:blip r:embed="rId3">
            <a:alphaModFix/>
          </a:blip>
          <a:srcRect b="18745" l="10121" r="19153" t="0"/>
          <a:stretch/>
        </p:blipFill>
        <p:spPr>
          <a:xfrm flipH="1" rot="10800000">
            <a:off x="3983322" y="4151"/>
            <a:ext cx="5160677" cy="3335124"/>
          </a:xfrm>
          <a:prstGeom prst="rect">
            <a:avLst/>
          </a:prstGeom>
          <a:noFill/>
          <a:ln>
            <a:noFill/>
          </a:ln>
        </p:spPr>
      </p:pic>
      <p:pic>
        <p:nvPicPr>
          <p:cNvPr id="176" name="Google Shape;176;p23"/>
          <p:cNvPicPr preferRelativeResize="0"/>
          <p:nvPr/>
        </p:nvPicPr>
        <p:blipFill rotWithShape="1">
          <a:blip r:embed="rId3">
            <a:alphaModFix/>
          </a:blip>
          <a:srcRect b="18745" l="10121" r="19153" t="0"/>
          <a:stretch/>
        </p:blipFill>
        <p:spPr>
          <a:xfrm rot="5400000">
            <a:off x="-912778" y="904189"/>
            <a:ext cx="5160677" cy="3335124"/>
          </a:xfrm>
          <a:prstGeom prst="rect">
            <a:avLst/>
          </a:prstGeom>
          <a:noFill/>
          <a:ln>
            <a:noFill/>
          </a:ln>
        </p:spPr>
      </p:pic>
      <p:sp>
        <p:nvSpPr>
          <p:cNvPr id="177" name="Google Shape;177;p23"/>
          <p:cNvSpPr txBox="1"/>
          <p:nvPr>
            <p:ph type="title"/>
          </p:nvPr>
        </p:nvSpPr>
        <p:spPr>
          <a:xfrm>
            <a:off x="1941708" y="1370034"/>
            <a:ext cx="21834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8" name="Google Shape;178;p23"/>
          <p:cNvSpPr txBox="1"/>
          <p:nvPr>
            <p:ph idx="1" type="subTitle"/>
          </p:nvPr>
        </p:nvSpPr>
        <p:spPr>
          <a:xfrm>
            <a:off x="1941708" y="1740611"/>
            <a:ext cx="2183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79" name="Google Shape;179;p23"/>
          <p:cNvSpPr txBox="1"/>
          <p:nvPr>
            <p:ph idx="2" type="title"/>
          </p:nvPr>
        </p:nvSpPr>
        <p:spPr>
          <a:xfrm>
            <a:off x="1941708" y="3727177"/>
            <a:ext cx="21834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0" name="Google Shape;180;p23"/>
          <p:cNvSpPr txBox="1"/>
          <p:nvPr>
            <p:ph idx="3" type="subTitle"/>
          </p:nvPr>
        </p:nvSpPr>
        <p:spPr>
          <a:xfrm>
            <a:off x="1941708" y="4097754"/>
            <a:ext cx="2183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81" name="Google Shape;181;p23"/>
          <p:cNvSpPr txBox="1"/>
          <p:nvPr>
            <p:ph idx="4" type="title"/>
          </p:nvPr>
        </p:nvSpPr>
        <p:spPr>
          <a:xfrm>
            <a:off x="1941708" y="2513037"/>
            <a:ext cx="21834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2" name="Google Shape;182;p23"/>
          <p:cNvSpPr txBox="1"/>
          <p:nvPr>
            <p:ph idx="5" type="subTitle"/>
          </p:nvPr>
        </p:nvSpPr>
        <p:spPr>
          <a:xfrm>
            <a:off x="1941708" y="2883613"/>
            <a:ext cx="2183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83" name="Google Shape;183;p23"/>
          <p:cNvSpPr txBox="1"/>
          <p:nvPr>
            <p:ph idx="6" type="title"/>
          </p:nvPr>
        </p:nvSpPr>
        <p:spPr>
          <a:xfrm>
            <a:off x="5902701" y="2513037"/>
            <a:ext cx="21834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4" name="Google Shape;184;p23"/>
          <p:cNvSpPr txBox="1"/>
          <p:nvPr>
            <p:ph idx="7" type="subTitle"/>
          </p:nvPr>
        </p:nvSpPr>
        <p:spPr>
          <a:xfrm>
            <a:off x="5902701" y="2883613"/>
            <a:ext cx="2183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85" name="Google Shape;185;p23"/>
          <p:cNvSpPr txBox="1"/>
          <p:nvPr>
            <p:ph idx="8" type="title"/>
          </p:nvPr>
        </p:nvSpPr>
        <p:spPr>
          <a:xfrm>
            <a:off x="5902701" y="1370034"/>
            <a:ext cx="21834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6" name="Google Shape;186;p23"/>
          <p:cNvSpPr txBox="1"/>
          <p:nvPr>
            <p:ph idx="9" type="subTitle"/>
          </p:nvPr>
        </p:nvSpPr>
        <p:spPr>
          <a:xfrm>
            <a:off x="5902701" y="1740611"/>
            <a:ext cx="2183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87" name="Google Shape;187;p23"/>
          <p:cNvSpPr txBox="1"/>
          <p:nvPr>
            <p:ph idx="13" type="title"/>
          </p:nvPr>
        </p:nvSpPr>
        <p:spPr>
          <a:xfrm>
            <a:off x="5902701" y="3665192"/>
            <a:ext cx="21834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8" name="Google Shape;188;p23"/>
          <p:cNvSpPr txBox="1"/>
          <p:nvPr>
            <p:ph idx="14" type="subTitle"/>
          </p:nvPr>
        </p:nvSpPr>
        <p:spPr>
          <a:xfrm>
            <a:off x="5902701" y="4035769"/>
            <a:ext cx="2183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189" name="Google Shape;189;p23"/>
          <p:cNvSpPr txBox="1"/>
          <p:nvPr>
            <p:ph idx="15"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90" name="Shape 190"/>
        <p:cNvGrpSpPr/>
        <p:nvPr/>
      </p:nvGrpSpPr>
      <p:grpSpPr>
        <a:xfrm>
          <a:off x="0" y="0"/>
          <a:ext cx="0" cy="0"/>
          <a:chOff x="0" y="0"/>
          <a:chExt cx="0" cy="0"/>
        </a:xfrm>
      </p:grpSpPr>
      <p:pic>
        <p:nvPicPr>
          <p:cNvPr id="191" name="Google Shape;191;p24"/>
          <p:cNvPicPr preferRelativeResize="0"/>
          <p:nvPr/>
        </p:nvPicPr>
        <p:blipFill>
          <a:blip r:embed="rId2">
            <a:alphaModFix amt="38000"/>
          </a:blip>
          <a:stretch>
            <a:fillRect/>
          </a:stretch>
        </p:blipFill>
        <p:spPr>
          <a:xfrm rot="10800000">
            <a:off x="1" y="1"/>
            <a:ext cx="3013100" cy="2981424"/>
          </a:xfrm>
          <a:prstGeom prst="rect">
            <a:avLst/>
          </a:prstGeom>
          <a:noFill/>
          <a:ln>
            <a:noFill/>
          </a:ln>
        </p:spPr>
      </p:pic>
      <p:pic>
        <p:nvPicPr>
          <p:cNvPr id="192" name="Google Shape;192;p24"/>
          <p:cNvPicPr preferRelativeResize="0"/>
          <p:nvPr/>
        </p:nvPicPr>
        <p:blipFill>
          <a:blip r:embed="rId2">
            <a:alphaModFix amt="38000"/>
          </a:blip>
          <a:stretch>
            <a:fillRect/>
          </a:stretch>
        </p:blipFill>
        <p:spPr>
          <a:xfrm>
            <a:off x="6130901" y="2162076"/>
            <a:ext cx="3013100" cy="2981424"/>
          </a:xfrm>
          <a:prstGeom prst="rect">
            <a:avLst/>
          </a:prstGeom>
          <a:noFill/>
          <a:ln>
            <a:noFill/>
          </a:ln>
        </p:spPr>
      </p:pic>
      <p:sp>
        <p:nvSpPr>
          <p:cNvPr id="193" name="Google Shape;193;p24"/>
          <p:cNvSpPr txBox="1"/>
          <p:nvPr>
            <p:ph hasCustomPrompt="1" type="title"/>
          </p:nvPr>
        </p:nvSpPr>
        <p:spPr>
          <a:xfrm>
            <a:off x="1850250" y="609522"/>
            <a:ext cx="5443500" cy="64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4" name="Google Shape;194;p24"/>
          <p:cNvSpPr txBox="1"/>
          <p:nvPr>
            <p:ph idx="1" type="subTitle"/>
          </p:nvPr>
        </p:nvSpPr>
        <p:spPr>
          <a:xfrm>
            <a:off x="1850250" y="1226113"/>
            <a:ext cx="54435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PT Sans"/>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95" name="Google Shape;195;p24"/>
          <p:cNvSpPr txBox="1"/>
          <p:nvPr>
            <p:ph hasCustomPrompt="1" idx="2" type="title"/>
          </p:nvPr>
        </p:nvSpPr>
        <p:spPr>
          <a:xfrm>
            <a:off x="1850250" y="2083259"/>
            <a:ext cx="5443500" cy="64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6" name="Google Shape;196;p24"/>
          <p:cNvSpPr txBox="1"/>
          <p:nvPr>
            <p:ph idx="3" type="subTitle"/>
          </p:nvPr>
        </p:nvSpPr>
        <p:spPr>
          <a:xfrm>
            <a:off x="1850250" y="2698386"/>
            <a:ext cx="54435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PT Sans"/>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97" name="Google Shape;197;p24"/>
          <p:cNvSpPr txBox="1"/>
          <p:nvPr>
            <p:ph hasCustomPrompt="1" idx="4" type="title"/>
          </p:nvPr>
        </p:nvSpPr>
        <p:spPr>
          <a:xfrm>
            <a:off x="1850250" y="3554615"/>
            <a:ext cx="5443500" cy="64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8" name="Google Shape;198;p24"/>
          <p:cNvSpPr txBox="1"/>
          <p:nvPr>
            <p:ph idx="5" type="subTitle"/>
          </p:nvPr>
        </p:nvSpPr>
        <p:spPr>
          <a:xfrm>
            <a:off x="1850250" y="4168278"/>
            <a:ext cx="54435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400"/>
              <a:buFont typeface="PT Sans"/>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pic>
        <p:nvPicPr>
          <p:cNvPr id="199" name="Google Shape;199;p24"/>
          <p:cNvPicPr preferRelativeResize="0"/>
          <p:nvPr/>
        </p:nvPicPr>
        <p:blipFill rotWithShape="1">
          <a:blip r:embed="rId3">
            <a:alphaModFix/>
          </a:blip>
          <a:srcRect b="0" l="-5504" r="21350" t="54040"/>
          <a:stretch/>
        </p:blipFill>
        <p:spPr>
          <a:xfrm rot="-5400000">
            <a:off x="5815613" y="1763989"/>
            <a:ext cx="5092373" cy="1564399"/>
          </a:xfrm>
          <a:prstGeom prst="rect">
            <a:avLst/>
          </a:prstGeom>
          <a:noFill/>
          <a:ln>
            <a:noFill/>
          </a:ln>
        </p:spPr>
      </p:pic>
      <p:pic>
        <p:nvPicPr>
          <p:cNvPr id="200" name="Google Shape;200;p24"/>
          <p:cNvPicPr preferRelativeResize="0"/>
          <p:nvPr/>
        </p:nvPicPr>
        <p:blipFill rotWithShape="1">
          <a:blip r:embed="rId3">
            <a:alphaModFix/>
          </a:blip>
          <a:srcRect b="0" l="-142" r="21352" t="54040"/>
          <a:stretch/>
        </p:blipFill>
        <p:spPr>
          <a:xfrm rot="5400000">
            <a:off x="-1609287" y="1977388"/>
            <a:ext cx="4767826" cy="1564399"/>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201" name="Shape 201"/>
        <p:cNvGrpSpPr/>
        <p:nvPr/>
      </p:nvGrpSpPr>
      <p:grpSpPr>
        <a:xfrm>
          <a:off x="0" y="0"/>
          <a:ext cx="0" cy="0"/>
          <a:chOff x="0" y="0"/>
          <a:chExt cx="0" cy="0"/>
        </a:xfrm>
      </p:grpSpPr>
      <p:pic>
        <p:nvPicPr>
          <p:cNvPr id="202" name="Google Shape;202;p25"/>
          <p:cNvPicPr preferRelativeResize="0"/>
          <p:nvPr/>
        </p:nvPicPr>
        <p:blipFill rotWithShape="1">
          <a:blip r:embed="rId2">
            <a:alphaModFix amt="47000"/>
          </a:blip>
          <a:srcRect b="0" l="0" r="28582" t="42900"/>
          <a:stretch/>
        </p:blipFill>
        <p:spPr>
          <a:xfrm>
            <a:off x="6901817" y="-7575"/>
            <a:ext cx="2243700" cy="1793826"/>
          </a:xfrm>
          <a:prstGeom prst="rect">
            <a:avLst/>
          </a:prstGeom>
          <a:noFill/>
          <a:ln>
            <a:noFill/>
          </a:ln>
        </p:spPr>
      </p:pic>
      <p:sp>
        <p:nvSpPr>
          <p:cNvPr id="203" name="Google Shape;203;p25"/>
          <p:cNvSpPr txBox="1"/>
          <p:nvPr>
            <p:ph type="title"/>
          </p:nvPr>
        </p:nvSpPr>
        <p:spPr>
          <a:xfrm>
            <a:off x="1289505" y="3113900"/>
            <a:ext cx="24558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4" name="Google Shape;204;p25"/>
          <p:cNvSpPr txBox="1"/>
          <p:nvPr>
            <p:ph idx="1" type="subTitle"/>
          </p:nvPr>
        </p:nvSpPr>
        <p:spPr>
          <a:xfrm>
            <a:off x="1289505" y="3503636"/>
            <a:ext cx="2455800" cy="68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205" name="Google Shape;205;p25"/>
          <p:cNvSpPr txBox="1"/>
          <p:nvPr>
            <p:ph idx="2" type="title"/>
          </p:nvPr>
        </p:nvSpPr>
        <p:spPr>
          <a:xfrm>
            <a:off x="5398695" y="3113900"/>
            <a:ext cx="24558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0" sz="23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6" name="Google Shape;206;p25"/>
          <p:cNvSpPr txBox="1"/>
          <p:nvPr>
            <p:ph idx="3" type="subTitle"/>
          </p:nvPr>
        </p:nvSpPr>
        <p:spPr>
          <a:xfrm>
            <a:off x="5398695" y="3503636"/>
            <a:ext cx="2455800" cy="68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207" name="Google Shape;207;p25"/>
          <p:cNvSpPr txBox="1"/>
          <p:nvPr>
            <p:ph hasCustomPrompt="1" idx="4" type="title"/>
          </p:nvPr>
        </p:nvSpPr>
        <p:spPr>
          <a:xfrm>
            <a:off x="2056005" y="2201225"/>
            <a:ext cx="9228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0" sz="2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8" name="Google Shape;208;p25"/>
          <p:cNvSpPr txBox="1"/>
          <p:nvPr>
            <p:ph hasCustomPrompt="1" idx="5" type="title"/>
          </p:nvPr>
        </p:nvSpPr>
        <p:spPr>
          <a:xfrm>
            <a:off x="6165195" y="2201225"/>
            <a:ext cx="9228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0" sz="2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9" name="Google Shape;209;p25"/>
          <p:cNvSpPr txBox="1"/>
          <p:nvPr>
            <p:ph idx="6" type="title"/>
          </p:nvPr>
        </p:nvSpPr>
        <p:spPr>
          <a:xfrm>
            <a:off x="720000" y="539500"/>
            <a:ext cx="7704000" cy="457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500"/>
              <a:buNone/>
              <a:defRPr/>
            </a:lvl2pPr>
            <a:lvl3pPr lvl="2" rtl="0" algn="ctr">
              <a:spcBef>
                <a:spcPts val="0"/>
              </a:spcBef>
              <a:spcAft>
                <a:spcPts val="0"/>
              </a:spcAft>
              <a:buSzPts val="500"/>
              <a:buNone/>
              <a:defRPr/>
            </a:lvl3pPr>
            <a:lvl4pPr lvl="3" rtl="0" algn="ctr">
              <a:spcBef>
                <a:spcPts val="0"/>
              </a:spcBef>
              <a:spcAft>
                <a:spcPts val="0"/>
              </a:spcAft>
              <a:buSzPts val="500"/>
              <a:buNone/>
              <a:defRPr/>
            </a:lvl4pPr>
            <a:lvl5pPr lvl="4" rtl="0" algn="ctr">
              <a:spcBef>
                <a:spcPts val="0"/>
              </a:spcBef>
              <a:spcAft>
                <a:spcPts val="0"/>
              </a:spcAft>
              <a:buSzPts val="500"/>
              <a:buNone/>
              <a:defRPr/>
            </a:lvl5pPr>
            <a:lvl6pPr lvl="5" rtl="0" algn="ctr">
              <a:spcBef>
                <a:spcPts val="0"/>
              </a:spcBef>
              <a:spcAft>
                <a:spcPts val="0"/>
              </a:spcAft>
              <a:buSzPts val="500"/>
              <a:buNone/>
              <a:defRPr/>
            </a:lvl6pPr>
            <a:lvl7pPr lvl="6" rtl="0" algn="ctr">
              <a:spcBef>
                <a:spcPts val="0"/>
              </a:spcBef>
              <a:spcAft>
                <a:spcPts val="0"/>
              </a:spcAft>
              <a:buSzPts val="500"/>
              <a:buNone/>
              <a:defRPr/>
            </a:lvl7pPr>
            <a:lvl8pPr lvl="7" rtl="0" algn="ctr">
              <a:spcBef>
                <a:spcPts val="0"/>
              </a:spcBef>
              <a:spcAft>
                <a:spcPts val="0"/>
              </a:spcAft>
              <a:buSzPts val="500"/>
              <a:buNone/>
              <a:defRPr/>
            </a:lvl8pPr>
            <a:lvl9pPr lvl="8" rtl="0" algn="ctr">
              <a:spcBef>
                <a:spcPts val="0"/>
              </a:spcBef>
              <a:spcAft>
                <a:spcPts val="0"/>
              </a:spcAft>
              <a:buSzPts val="500"/>
              <a:buNone/>
              <a:defRPr/>
            </a:lvl9pPr>
          </a:lstStyle>
          <a:p/>
        </p:txBody>
      </p:sp>
      <p:pic>
        <p:nvPicPr>
          <p:cNvPr id="210" name="Google Shape;210;p25"/>
          <p:cNvPicPr preferRelativeResize="0"/>
          <p:nvPr/>
        </p:nvPicPr>
        <p:blipFill rotWithShape="1">
          <a:blip r:embed="rId3">
            <a:alphaModFix/>
          </a:blip>
          <a:srcRect b="0" l="0" r="47794" t="0"/>
          <a:stretch/>
        </p:blipFill>
        <p:spPr>
          <a:xfrm flipH="1" rot="10800000">
            <a:off x="5984878" y="0"/>
            <a:ext cx="3159125" cy="3403874"/>
          </a:xfrm>
          <a:prstGeom prst="rect">
            <a:avLst/>
          </a:prstGeom>
          <a:noFill/>
          <a:ln>
            <a:noFill/>
          </a:ln>
        </p:spPr>
      </p:pic>
      <p:pic>
        <p:nvPicPr>
          <p:cNvPr id="211" name="Google Shape;211;p25"/>
          <p:cNvPicPr preferRelativeResize="0"/>
          <p:nvPr/>
        </p:nvPicPr>
        <p:blipFill rotWithShape="1">
          <a:blip r:embed="rId3">
            <a:alphaModFix/>
          </a:blip>
          <a:srcRect b="0" l="0" r="47794" t="0"/>
          <a:stretch/>
        </p:blipFill>
        <p:spPr>
          <a:xfrm rot="10800000">
            <a:off x="3" y="-7583"/>
            <a:ext cx="3159125" cy="3403874"/>
          </a:xfrm>
          <a:prstGeom prst="rect">
            <a:avLst/>
          </a:prstGeom>
          <a:noFill/>
          <a:ln>
            <a:noFill/>
          </a:ln>
        </p:spPr>
      </p:pic>
      <p:pic>
        <p:nvPicPr>
          <p:cNvPr id="212" name="Google Shape;212;p25"/>
          <p:cNvPicPr preferRelativeResize="0"/>
          <p:nvPr/>
        </p:nvPicPr>
        <p:blipFill>
          <a:blip r:embed="rId4">
            <a:alphaModFix amt="38000"/>
          </a:blip>
          <a:stretch>
            <a:fillRect/>
          </a:stretch>
        </p:blipFill>
        <p:spPr>
          <a:xfrm rot="10800000">
            <a:off x="1" y="1"/>
            <a:ext cx="3013100" cy="298142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13" name="Shape 213"/>
        <p:cNvGrpSpPr/>
        <p:nvPr/>
      </p:nvGrpSpPr>
      <p:grpSpPr>
        <a:xfrm>
          <a:off x="0" y="0"/>
          <a:ext cx="0" cy="0"/>
          <a:chOff x="0" y="0"/>
          <a:chExt cx="0" cy="0"/>
        </a:xfrm>
      </p:grpSpPr>
      <p:pic>
        <p:nvPicPr>
          <p:cNvPr id="214" name="Google Shape;214;p26"/>
          <p:cNvPicPr preferRelativeResize="0"/>
          <p:nvPr/>
        </p:nvPicPr>
        <p:blipFill rotWithShape="1">
          <a:blip r:embed="rId2">
            <a:alphaModFix/>
          </a:blip>
          <a:srcRect b="0" l="4229" r="20123" t="0"/>
          <a:stretch/>
        </p:blipFill>
        <p:spPr>
          <a:xfrm rot="-5400000">
            <a:off x="4669349" y="655625"/>
            <a:ext cx="5141376" cy="3823124"/>
          </a:xfrm>
          <a:prstGeom prst="rect">
            <a:avLst/>
          </a:prstGeom>
          <a:noFill/>
          <a:ln>
            <a:noFill/>
          </a:ln>
        </p:spPr>
      </p:pic>
      <p:pic>
        <p:nvPicPr>
          <p:cNvPr id="215" name="Google Shape;215;p26"/>
          <p:cNvPicPr preferRelativeResize="0"/>
          <p:nvPr/>
        </p:nvPicPr>
        <p:blipFill>
          <a:blip r:embed="rId3">
            <a:alphaModFix amt="38000"/>
          </a:blip>
          <a:stretch>
            <a:fillRect/>
          </a:stretch>
        </p:blipFill>
        <p:spPr>
          <a:xfrm>
            <a:off x="6138489" y="2164051"/>
            <a:ext cx="3013100" cy="2981424"/>
          </a:xfrm>
          <a:prstGeom prst="rect">
            <a:avLst/>
          </a:prstGeom>
          <a:noFill/>
          <a:ln>
            <a:noFill/>
          </a:ln>
        </p:spPr>
      </p:pic>
      <p:pic>
        <p:nvPicPr>
          <p:cNvPr id="216" name="Google Shape;216;p26"/>
          <p:cNvPicPr preferRelativeResize="0"/>
          <p:nvPr/>
        </p:nvPicPr>
        <p:blipFill>
          <a:blip r:embed="rId3">
            <a:alphaModFix amt="38000"/>
          </a:blip>
          <a:stretch>
            <a:fillRect/>
          </a:stretch>
        </p:blipFill>
        <p:spPr>
          <a:xfrm rot="10800000">
            <a:off x="1" y="1"/>
            <a:ext cx="3013100" cy="2981424"/>
          </a:xfrm>
          <a:prstGeom prst="rect">
            <a:avLst/>
          </a:prstGeom>
          <a:noFill/>
          <a:ln>
            <a:noFill/>
          </a:ln>
        </p:spPr>
      </p:pic>
      <p:sp>
        <p:nvSpPr>
          <p:cNvPr id="217" name="Google Shape;217;p26"/>
          <p:cNvSpPr txBox="1"/>
          <p:nvPr>
            <p:ph type="title"/>
          </p:nvPr>
        </p:nvSpPr>
        <p:spPr>
          <a:xfrm>
            <a:off x="2062200" y="574431"/>
            <a:ext cx="5019600" cy="873000"/>
          </a:xfrm>
          <a:prstGeom prst="rect">
            <a:avLst/>
          </a:prstGeom>
        </p:spPr>
        <p:txBody>
          <a:bodyPr anchorCtr="0" anchor="ctr" bIns="91425" lIns="91425" spcFirstLastPara="1" rIns="91425" wrap="square" tIns="91425">
            <a:noAutofit/>
          </a:bodyPr>
          <a:lstStyle>
            <a:lvl1pPr lvl="0" rtl="0">
              <a:spcBef>
                <a:spcPts val="0"/>
              </a:spcBef>
              <a:spcAft>
                <a:spcPts val="0"/>
              </a:spcAft>
              <a:buSzPts val="3200"/>
              <a:buNone/>
              <a:defRPr sz="7200"/>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p:txBody>
      </p:sp>
      <p:sp>
        <p:nvSpPr>
          <p:cNvPr id="218" name="Google Shape;218;p26"/>
          <p:cNvSpPr txBox="1"/>
          <p:nvPr>
            <p:ph idx="1" type="subTitle"/>
          </p:nvPr>
        </p:nvSpPr>
        <p:spPr>
          <a:xfrm>
            <a:off x="2854650" y="1517489"/>
            <a:ext cx="3434700" cy="1093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500"/>
              <a:buNone/>
              <a:defRPr sz="1600"/>
            </a:lvl1pPr>
            <a:lvl2pPr lvl="1" rtl="0" algn="ctr">
              <a:lnSpc>
                <a:spcPct val="100000"/>
              </a:lnSpc>
              <a:spcBef>
                <a:spcPts val="0"/>
              </a:spcBef>
              <a:spcAft>
                <a:spcPts val="0"/>
              </a:spcAft>
              <a:buSzPts val="1500"/>
              <a:buNone/>
              <a:defRPr/>
            </a:lvl2pPr>
            <a:lvl3pPr lvl="2" rtl="0" algn="ctr">
              <a:lnSpc>
                <a:spcPct val="100000"/>
              </a:lnSpc>
              <a:spcBef>
                <a:spcPts val="0"/>
              </a:spcBef>
              <a:spcAft>
                <a:spcPts val="0"/>
              </a:spcAft>
              <a:buSzPts val="1500"/>
              <a:buNone/>
              <a:defRPr/>
            </a:lvl3pPr>
            <a:lvl4pPr lvl="3" rtl="0" algn="ctr">
              <a:lnSpc>
                <a:spcPct val="100000"/>
              </a:lnSpc>
              <a:spcBef>
                <a:spcPts val="0"/>
              </a:spcBef>
              <a:spcAft>
                <a:spcPts val="0"/>
              </a:spcAft>
              <a:buSzPts val="1500"/>
              <a:buNone/>
              <a:defRPr/>
            </a:lvl4pPr>
            <a:lvl5pPr lvl="4" rtl="0" algn="ctr">
              <a:lnSpc>
                <a:spcPct val="100000"/>
              </a:lnSpc>
              <a:spcBef>
                <a:spcPts val="0"/>
              </a:spcBef>
              <a:spcAft>
                <a:spcPts val="0"/>
              </a:spcAft>
              <a:buSzPts val="1500"/>
              <a:buNone/>
              <a:defRPr/>
            </a:lvl5pPr>
            <a:lvl6pPr lvl="5" rtl="0" algn="ctr">
              <a:lnSpc>
                <a:spcPct val="100000"/>
              </a:lnSpc>
              <a:spcBef>
                <a:spcPts val="0"/>
              </a:spcBef>
              <a:spcAft>
                <a:spcPts val="0"/>
              </a:spcAft>
              <a:buSzPts val="1500"/>
              <a:buNone/>
              <a:defRPr/>
            </a:lvl6pPr>
            <a:lvl7pPr lvl="6" rtl="0" algn="ctr">
              <a:lnSpc>
                <a:spcPct val="100000"/>
              </a:lnSpc>
              <a:spcBef>
                <a:spcPts val="0"/>
              </a:spcBef>
              <a:spcAft>
                <a:spcPts val="0"/>
              </a:spcAft>
              <a:buSzPts val="1500"/>
              <a:buNone/>
              <a:defRPr/>
            </a:lvl7pPr>
            <a:lvl8pPr lvl="7" rtl="0" algn="ctr">
              <a:lnSpc>
                <a:spcPct val="100000"/>
              </a:lnSpc>
              <a:spcBef>
                <a:spcPts val="0"/>
              </a:spcBef>
              <a:spcAft>
                <a:spcPts val="0"/>
              </a:spcAft>
              <a:buSzPts val="1500"/>
              <a:buNone/>
              <a:defRPr/>
            </a:lvl8pPr>
            <a:lvl9pPr lvl="8" rtl="0" algn="ctr">
              <a:lnSpc>
                <a:spcPct val="100000"/>
              </a:lnSpc>
              <a:spcBef>
                <a:spcPts val="0"/>
              </a:spcBef>
              <a:spcAft>
                <a:spcPts val="0"/>
              </a:spcAft>
              <a:buSzPts val="1500"/>
              <a:buNone/>
              <a:defRPr/>
            </a:lvl9pPr>
          </a:lstStyle>
          <a:p/>
        </p:txBody>
      </p:sp>
      <p:sp>
        <p:nvSpPr>
          <p:cNvPr id="219" name="Google Shape;219;p26"/>
          <p:cNvSpPr txBox="1"/>
          <p:nvPr/>
        </p:nvSpPr>
        <p:spPr>
          <a:xfrm>
            <a:off x="1824000" y="3459231"/>
            <a:ext cx="5496000" cy="548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300"/>
              </a:spcBef>
              <a:spcAft>
                <a:spcPts val="0"/>
              </a:spcAft>
              <a:buNone/>
            </a:pPr>
            <a:r>
              <a:rPr lang="en">
                <a:solidFill>
                  <a:schemeClr val="lt1"/>
                </a:solidFill>
                <a:latin typeface="Varela Round"/>
                <a:ea typeface="Varela Round"/>
                <a:cs typeface="Varela Round"/>
                <a:sym typeface="Varela Round"/>
              </a:rPr>
              <a:t>CREDITS: This presentation template was created by </a:t>
            </a:r>
            <a:r>
              <a:rPr b="1" lang="en">
                <a:solidFill>
                  <a:schemeClr val="lt1"/>
                </a:solidFill>
                <a:uFill>
                  <a:noFill/>
                </a:uFill>
                <a:latin typeface="Varela Round"/>
                <a:ea typeface="Varela Round"/>
                <a:cs typeface="Varela Round"/>
                <a:sym typeface="Varela Round"/>
                <a:hlinkClick r:id="rId4">
                  <a:extLst>
                    <a:ext uri="{A12FA001-AC4F-418D-AE19-62706E023703}">
                      <ahyp:hlinkClr val="tx"/>
                    </a:ext>
                  </a:extLst>
                </a:hlinkClick>
              </a:rPr>
              <a:t>Slidesgo</a:t>
            </a:r>
            <a:r>
              <a:rPr lang="en">
                <a:solidFill>
                  <a:schemeClr val="lt1"/>
                </a:solidFill>
                <a:latin typeface="Varela Round"/>
                <a:ea typeface="Varela Round"/>
                <a:cs typeface="Varela Round"/>
                <a:sym typeface="Varela Round"/>
              </a:rPr>
              <a:t>, including icons by </a:t>
            </a:r>
            <a:r>
              <a:rPr b="1" lang="en">
                <a:solidFill>
                  <a:schemeClr val="lt1"/>
                </a:solidFill>
                <a:uFill>
                  <a:noFill/>
                </a:uFill>
                <a:latin typeface="Varela Round"/>
                <a:ea typeface="Varela Round"/>
                <a:cs typeface="Varela Round"/>
                <a:sym typeface="Varela Round"/>
                <a:hlinkClick r:id="rId5">
                  <a:extLst>
                    <a:ext uri="{A12FA001-AC4F-418D-AE19-62706E023703}">
                      <ahyp:hlinkClr val="tx"/>
                    </a:ext>
                  </a:extLst>
                </a:hlinkClick>
              </a:rPr>
              <a:t>Flaticon</a:t>
            </a:r>
            <a:r>
              <a:rPr lang="en">
                <a:solidFill>
                  <a:schemeClr val="lt1"/>
                </a:solidFill>
                <a:latin typeface="Varela Round"/>
                <a:ea typeface="Varela Round"/>
                <a:cs typeface="Varela Round"/>
                <a:sym typeface="Varela Round"/>
              </a:rPr>
              <a:t>, infographics &amp; images by </a:t>
            </a:r>
            <a:r>
              <a:rPr b="1" lang="en">
                <a:solidFill>
                  <a:schemeClr val="lt1"/>
                </a:solidFill>
                <a:uFill>
                  <a:noFill/>
                </a:uFill>
                <a:latin typeface="Varela Round"/>
                <a:ea typeface="Varela Round"/>
                <a:cs typeface="Varela Round"/>
                <a:sym typeface="Varela Round"/>
                <a:hlinkClick r:id="rId6">
                  <a:extLst>
                    <a:ext uri="{A12FA001-AC4F-418D-AE19-62706E023703}">
                      <ahyp:hlinkClr val="tx"/>
                    </a:ext>
                  </a:extLst>
                </a:hlinkClick>
              </a:rPr>
              <a:t>Freepik</a:t>
            </a:r>
            <a:endParaRPr b="1">
              <a:solidFill>
                <a:schemeClr val="lt1"/>
              </a:solidFill>
              <a:latin typeface="Varela Round"/>
              <a:ea typeface="Varela Round"/>
              <a:cs typeface="Varela Round"/>
              <a:sym typeface="Varela Round"/>
            </a:endParaRPr>
          </a:p>
        </p:txBody>
      </p:sp>
      <p:pic>
        <p:nvPicPr>
          <p:cNvPr id="220" name="Google Shape;220;p26"/>
          <p:cNvPicPr preferRelativeResize="0"/>
          <p:nvPr/>
        </p:nvPicPr>
        <p:blipFill rotWithShape="1">
          <a:blip r:embed="rId2">
            <a:alphaModFix/>
          </a:blip>
          <a:srcRect b="0" l="6230" r="17794" t="0"/>
          <a:stretch/>
        </p:blipFill>
        <p:spPr>
          <a:xfrm rot="5400000">
            <a:off x="-681024" y="651849"/>
            <a:ext cx="5164123" cy="382312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21" name="Shape 221"/>
        <p:cNvGrpSpPr/>
        <p:nvPr/>
      </p:nvGrpSpPr>
      <p:grpSpPr>
        <a:xfrm>
          <a:off x="0" y="0"/>
          <a:ext cx="0" cy="0"/>
          <a:chOff x="0" y="0"/>
          <a:chExt cx="0" cy="0"/>
        </a:xfrm>
      </p:grpSpPr>
      <p:pic>
        <p:nvPicPr>
          <p:cNvPr id="222" name="Google Shape;222;p27"/>
          <p:cNvPicPr preferRelativeResize="0"/>
          <p:nvPr/>
        </p:nvPicPr>
        <p:blipFill>
          <a:blip r:embed="rId2">
            <a:alphaModFix amt="38000"/>
          </a:blip>
          <a:stretch>
            <a:fillRect/>
          </a:stretch>
        </p:blipFill>
        <p:spPr>
          <a:xfrm rot="10800000">
            <a:off x="1" y="1"/>
            <a:ext cx="3013100" cy="2981424"/>
          </a:xfrm>
          <a:prstGeom prst="rect">
            <a:avLst/>
          </a:prstGeom>
          <a:noFill/>
          <a:ln>
            <a:noFill/>
          </a:ln>
        </p:spPr>
      </p:pic>
      <p:pic>
        <p:nvPicPr>
          <p:cNvPr id="223" name="Google Shape;223;p27"/>
          <p:cNvPicPr preferRelativeResize="0"/>
          <p:nvPr/>
        </p:nvPicPr>
        <p:blipFill>
          <a:blip r:embed="rId2">
            <a:alphaModFix amt="38000"/>
          </a:blip>
          <a:stretch>
            <a:fillRect/>
          </a:stretch>
        </p:blipFill>
        <p:spPr>
          <a:xfrm>
            <a:off x="6130901" y="2162076"/>
            <a:ext cx="3013100" cy="2981424"/>
          </a:xfrm>
          <a:prstGeom prst="rect">
            <a:avLst/>
          </a:prstGeom>
          <a:noFill/>
          <a:ln>
            <a:noFill/>
          </a:ln>
        </p:spPr>
      </p:pic>
      <p:pic>
        <p:nvPicPr>
          <p:cNvPr id="224" name="Google Shape;224;p27"/>
          <p:cNvPicPr preferRelativeResize="0"/>
          <p:nvPr/>
        </p:nvPicPr>
        <p:blipFill rotWithShape="1">
          <a:blip r:embed="rId3">
            <a:alphaModFix/>
          </a:blip>
          <a:srcRect b="0" l="6230" r="17794" t="0"/>
          <a:stretch/>
        </p:blipFill>
        <p:spPr>
          <a:xfrm rot="5400000">
            <a:off x="-681024" y="651849"/>
            <a:ext cx="5164123" cy="3823124"/>
          </a:xfrm>
          <a:prstGeom prst="rect">
            <a:avLst/>
          </a:prstGeom>
          <a:noFill/>
          <a:ln>
            <a:noFill/>
          </a:ln>
        </p:spPr>
      </p:pic>
      <p:pic>
        <p:nvPicPr>
          <p:cNvPr id="225" name="Google Shape;225;p27"/>
          <p:cNvPicPr preferRelativeResize="0"/>
          <p:nvPr/>
        </p:nvPicPr>
        <p:blipFill rotWithShape="1">
          <a:blip r:embed="rId3">
            <a:alphaModFix/>
          </a:blip>
          <a:srcRect b="0" l="4229" r="20123" t="0"/>
          <a:stretch/>
        </p:blipFill>
        <p:spPr>
          <a:xfrm rot="-5400000">
            <a:off x="4669349" y="655625"/>
            <a:ext cx="5141376" cy="382312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26" name="Shape 226"/>
        <p:cNvGrpSpPr/>
        <p:nvPr/>
      </p:nvGrpSpPr>
      <p:grpSpPr>
        <a:xfrm>
          <a:off x="0" y="0"/>
          <a:ext cx="0" cy="0"/>
          <a:chOff x="0" y="0"/>
          <a:chExt cx="0" cy="0"/>
        </a:xfrm>
      </p:grpSpPr>
      <p:pic>
        <p:nvPicPr>
          <p:cNvPr id="227" name="Google Shape;227;p28"/>
          <p:cNvPicPr preferRelativeResize="0"/>
          <p:nvPr/>
        </p:nvPicPr>
        <p:blipFill rotWithShape="1">
          <a:blip r:embed="rId2">
            <a:alphaModFix amt="52000"/>
          </a:blip>
          <a:srcRect b="0" l="0" r="20420" t="31558"/>
          <a:stretch/>
        </p:blipFill>
        <p:spPr>
          <a:xfrm>
            <a:off x="6643975" y="0"/>
            <a:ext cx="2500024" cy="2150226"/>
          </a:xfrm>
          <a:prstGeom prst="rect">
            <a:avLst/>
          </a:prstGeom>
          <a:noFill/>
          <a:ln>
            <a:noFill/>
          </a:ln>
        </p:spPr>
      </p:pic>
      <p:pic>
        <p:nvPicPr>
          <p:cNvPr id="228" name="Google Shape;228;p28"/>
          <p:cNvPicPr preferRelativeResize="0"/>
          <p:nvPr/>
        </p:nvPicPr>
        <p:blipFill rotWithShape="1">
          <a:blip r:embed="rId2">
            <a:alphaModFix amt="52000"/>
          </a:blip>
          <a:srcRect b="0" l="0" r="20420" t="31558"/>
          <a:stretch/>
        </p:blipFill>
        <p:spPr>
          <a:xfrm rot="10800000">
            <a:off x="0" y="2993275"/>
            <a:ext cx="2500025" cy="2150226"/>
          </a:xfrm>
          <a:prstGeom prst="rect">
            <a:avLst/>
          </a:prstGeom>
          <a:noFill/>
          <a:ln>
            <a:noFill/>
          </a:ln>
        </p:spPr>
      </p:pic>
      <p:pic>
        <p:nvPicPr>
          <p:cNvPr id="229" name="Google Shape;229;p28"/>
          <p:cNvPicPr preferRelativeResize="0"/>
          <p:nvPr/>
        </p:nvPicPr>
        <p:blipFill rotWithShape="1">
          <a:blip r:embed="rId3">
            <a:alphaModFix/>
          </a:blip>
          <a:srcRect b="0" l="6230" r="17794" t="0"/>
          <a:stretch/>
        </p:blipFill>
        <p:spPr>
          <a:xfrm rot="10800000">
            <a:off x="1" y="-1"/>
            <a:ext cx="5164123" cy="3823124"/>
          </a:xfrm>
          <a:prstGeom prst="rect">
            <a:avLst/>
          </a:prstGeom>
          <a:noFill/>
          <a:ln>
            <a:noFill/>
          </a:ln>
        </p:spPr>
      </p:pic>
      <p:pic>
        <p:nvPicPr>
          <p:cNvPr id="230" name="Google Shape;230;p28"/>
          <p:cNvPicPr preferRelativeResize="0"/>
          <p:nvPr/>
        </p:nvPicPr>
        <p:blipFill rotWithShape="1">
          <a:blip r:embed="rId3">
            <a:alphaModFix/>
          </a:blip>
          <a:srcRect b="0" l="4229" r="20123" t="0"/>
          <a:stretch/>
        </p:blipFill>
        <p:spPr>
          <a:xfrm>
            <a:off x="4002624" y="1320375"/>
            <a:ext cx="5141376" cy="382312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2.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7750" y="539502"/>
            <a:ext cx="7708500" cy="457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3200"/>
              <a:buFont typeface="Audiowide"/>
              <a:buNone/>
              <a:defRPr b="1" sz="3200">
                <a:solidFill>
                  <a:schemeClr val="dk1"/>
                </a:solidFill>
                <a:latin typeface="Audiowide"/>
                <a:ea typeface="Audiowide"/>
                <a:cs typeface="Audiowide"/>
                <a:sym typeface="Audiowide"/>
              </a:defRPr>
            </a:lvl1pPr>
            <a:lvl2pPr lvl="1" rtl="0">
              <a:spcBef>
                <a:spcPts val="0"/>
              </a:spcBef>
              <a:spcAft>
                <a:spcPts val="0"/>
              </a:spcAft>
              <a:buClr>
                <a:schemeClr val="lt1"/>
              </a:buClr>
              <a:buSzPts val="500"/>
              <a:buFont typeface="Bebas Neue"/>
              <a:buNone/>
              <a:defRPr sz="500">
                <a:solidFill>
                  <a:schemeClr val="lt1"/>
                </a:solidFill>
                <a:latin typeface="Bebas Neue"/>
                <a:ea typeface="Bebas Neue"/>
                <a:cs typeface="Bebas Neue"/>
                <a:sym typeface="Bebas Neue"/>
              </a:defRPr>
            </a:lvl2pPr>
            <a:lvl3pPr lvl="2" rtl="0">
              <a:spcBef>
                <a:spcPts val="0"/>
              </a:spcBef>
              <a:spcAft>
                <a:spcPts val="0"/>
              </a:spcAft>
              <a:buClr>
                <a:schemeClr val="lt1"/>
              </a:buClr>
              <a:buSzPts val="500"/>
              <a:buFont typeface="Bebas Neue"/>
              <a:buNone/>
              <a:defRPr sz="500">
                <a:solidFill>
                  <a:schemeClr val="lt1"/>
                </a:solidFill>
                <a:latin typeface="Bebas Neue"/>
                <a:ea typeface="Bebas Neue"/>
                <a:cs typeface="Bebas Neue"/>
                <a:sym typeface="Bebas Neue"/>
              </a:defRPr>
            </a:lvl3pPr>
            <a:lvl4pPr lvl="3" rtl="0">
              <a:spcBef>
                <a:spcPts val="0"/>
              </a:spcBef>
              <a:spcAft>
                <a:spcPts val="0"/>
              </a:spcAft>
              <a:buClr>
                <a:schemeClr val="lt1"/>
              </a:buClr>
              <a:buSzPts val="500"/>
              <a:buFont typeface="Bebas Neue"/>
              <a:buNone/>
              <a:defRPr sz="500">
                <a:solidFill>
                  <a:schemeClr val="lt1"/>
                </a:solidFill>
                <a:latin typeface="Bebas Neue"/>
                <a:ea typeface="Bebas Neue"/>
                <a:cs typeface="Bebas Neue"/>
                <a:sym typeface="Bebas Neue"/>
              </a:defRPr>
            </a:lvl4pPr>
            <a:lvl5pPr lvl="4" rtl="0">
              <a:spcBef>
                <a:spcPts val="0"/>
              </a:spcBef>
              <a:spcAft>
                <a:spcPts val="0"/>
              </a:spcAft>
              <a:buClr>
                <a:schemeClr val="lt1"/>
              </a:buClr>
              <a:buSzPts val="500"/>
              <a:buFont typeface="Bebas Neue"/>
              <a:buNone/>
              <a:defRPr sz="500">
                <a:solidFill>
                  <a:schemeClr val="lt1"/>
                </a:solidFill>
                <a:latin typeface="Bebas Neue"/>
                <a:ea typeface="Bebas Neue"/>
                <a:cs typeface="Bebas Neue"/>
                <a:sym typeface="Bebas Neue"/>
              </a:defRPr>
            </a:lvl5pPr>
            <a:lvl6pPr lvl="5" rtl="0">
              <a:spcBef>
                <a:spcPts val="0"/>
              </a:spcBef>
              <a:spcAft>
                <a:spcPts val="0"/>
              </a:spcAft>
              <a:buClr>
                <a:schemeClr val="lt1"/>
              </a:buClr>
              <a:buSzPts val="500"/>
              <a:buFont typeface="Bebas Neue"/>
              <a:buNone/>
              <a:defRPr sz="500">
                <a:solidFill>
                  <a:schemeClr val="lt1"/>
                </a:solidFill>
                <a:latin typeface="Bebas Neue"/>
                <a:ea typeface="Bebas Neue"/>
                <a:cs typeface="Bebas Neue"/>
                <a:sym typeface="Bebas Neue"/>
              </a:defRPr>
            </a:lvl6pPr>
            <a:lvl7pPr lvl="6" rtl="0">
              <a:spcBef>
                <a:spcPts val="0"/>
              </a:spcBef>
              <a:spcAft>
                <a:spcPts val="0"/>
              </a:spcAft>
              <a:buClr>
                <a:schemeClr val="lt1"/>
              </a:buClr>
              <a:buSzPts val="500"/>
              <a:buFont typeface="Bebas Neue"/>
              <a:buNone/>
              <a:defRPr sz="500">
                <a:solidFill>
                  <a:schemeClr val="lt1"/>
                </a:solidFill>
                <a:latin typeface="Bebas Neue"/>
                <a:ea typeface="Bebas Neue"/>
                <a:cs typeface="Bebas Neue"/>
                <a:sym typeface="Bebas Neue"/>
              </a:defRPr>
            </a:lvl7pPr>
            <a:lvl8pPr lvl="7" rtl="0">
              <a:spcBef>
                <a:spcPts val="0"/>
              </a:spcBef>
              <a:spcAft>
                <a:spcPts val="0"/>
              </a:spcAft>
              <a:buClr>
                <a:schemeClr val="lt1"/>
              </a:buClr>
              <a:buSzPts val="500"/>
              <a:buFont typeface="Bebas Neue"/>
              <a:buNone/>
              <a:defRPr sz="500">
                <a:solidFill>
                  <a:schemeClr val="lt1"/>
                </a:solidFill>
                <a:latin typeface="Bebas Neue"/>
                <a:ea typeface="Bebas Neue"/>
                <a:cs typeface="Bebas Neue"/>
                <a:sym typeface="Bebas Neue"/>
              </a:defRPr>
            </a:lvl8pPr>
            <a:lvl9pPr lvl="8" rtl="0">
              <a:spcBef>
                <a:spcPts val="0"/>
              </a:spcBef>
              <a:spcAft>
                <a:spcPts val="0"/>
              </a:spcAft>
              <a:buClr>
                <a:schemeClr val="lt1"/>
              </a:buClr>
              <a:buSzPts val="500"/>
              <a:buFont typeface="Bebas Neue"/>
              <a:buNone/>
              <a:defRPr sz="500">
                <a:solidFill>
                  <a:schemeClr val="lt1"/>
                </a:solidFill>
                <a:latin typeface="Bebas Neue"/>
                <a:ea typeface="Bebas Neue"/>
                <a:cs typeface="Bebas Neue"/>
                <a:sym typeface="Bebas Neue"/>
              </a:defRPr>
            </a:lvl9pPr>
          </a:lstStyle>
          <a:p/>
        </p:txBody>
      </p:sp>
      <p:sp>
        <p:nvSpPr>
          <p:cNvPr id="7" name="Google Shape;7;p1"/>
          <p:cNvSpPr txBox="1"/>
          <p:nvPr>
            <p:ph idx="1" type="body"/>
          </p:nvPr>
        </p:nvSpPr>
        <p:spPr>
          <a:xfrm>
            <a:off x="692700" y="1351875"/>
            <a:ext cx="7711800" cy="3247500"/>
          </a:xfrm>
          <a:prstGeom prst="rect">
            <a:avLst/>
          </a:prstGeom>
          <a:noFill/>
          <a:ln>
            <a:noFill/>
          </a:ln>
        </p:spPr>
        <p:txBody>
          <a:bodyPr anchorCtr="0" anchor="t" bIns="91425" lIns="91425" spcFirstLastPara="1" rIns="91425" wrap="square" tIns="91425">
            <a:noAutofit/>
          </a:bodyPr>
          <a:lstStyle>
            <a:lvl1pPr indent="-323850" lvl="0" marL="457200">
              <a:lnSpc>
                <a:spcPct val="100000"/>
              </a:lnSpc>
              <a:spcBef>
                <a:spcPts val="0"/>
              </a:spcBef>
              <a:spcAft>
                <a:spcPts val="0"/>
              </a:spcAft>
              <a:buClr>
                <a:schemeClr val="lt1"/>
              </a:buClr>
              <a:buSzPts val="1500"/>
              <a:buFont typeface="Varela Round"/>
              <a:buChar char="●"/>
              <a:defRPr sz="1500">
                <a:solidFill>
                  <a:schemeClr val="lt1"/>
                </a:solidFill>
                <a:latin typeface="Varela Round"/>
                <a:ea typeface="Varela Round"/>
                <a:cs typeface="Varela Round"/>
                <a:sym typeface="Varela Round"/>
              </a:defRPr>
            </a:lvl1pPr>
            <a:lvl2pPr indent="-323850" lvl="1" marL="914400">
              <a:lnSpc>
                <a:spcPct val="100000"/>
              </a:lnSpc>
              <a:spcBef>
                <a:spcPts val="0"/>
              </a:spcBef>
              <a:spcAft>
                <a:spcPts val="0"/>
              </a:spcAft>
              <a:buClr>
                <a:schemeClr val="lt1"/>
              </a:buClr>
              <a:buSzPts val="1500"/>
              <a:buFont typeface="Varela Round"/>
              <a:buChar char="○"/>
              <a:defRPr sz="1500">
                <a:solidFill>
                  <a:schemeClr val="lt1"/>
                </a:solidFill>
                <a:latin typeface="Varela Round"/>
                <a:ea typeface="Varela Round"/>
                <a:cs typeface="Varela Round"/>
                <a:sym typeface="Varela Round"/>
              </a:defRPr>
            </a:lvl2pPr>
            <a:lvl3pPr indent="-323850" lvl="2" marL="1371600">
              <a:lnSpc>
                <a:spcPct val="100000"/>
              </a:lnSpc>
              <a:spcBef>
                <a:spcPts val="0"/>
              </a:spcBef>
              <a:spcAft>
                <a:spcPts val="0"/>
              </a:spcAft>
              <a:buClr>
                <a:schemeClr val="lt1"/>
              </a:buClr>
              <a:buSzPts val="1500"/>
              <a:buFont typeface="Varela Round"/>
              <a:buChar char="■"/>
              <a:defRPr sz="1500">
                <a:solidFill>
                  <a:schemeClr val="lt1"/>
                </a:solidFill>
                <a:latin typeface="Varela Round"/>
                <a:ea typeface="Varela Round"/>
                <a:cs typeface="Varela Round"/>
                <a:sym typeface="Varela Round"/>
              </a:defRPr>
            </a:lvl3pPr>
            <a:lvl4pPr indent="-323850" lvl="3" marL="1828800">
              <a:lnSpc>
                <a:spcPct val="100000"/>
              </a:lnSpc>
              <a:spcBef>
                <a:spcPts val="0"/>
              </a:spcBef>
              <a:spcAft>
                <a:spcPts val="0"/>
              </a:spcAft>
              <a:buClr>
                <a:schemeClr val="lt1"/>
              </a:buClr>
              <a:buSzPts val="1500"/>
              <a:buFont typeface="Varela Round"/>
              <a:buChar char="●"/>
              <a:defRPr sz="1500">
                <a:solidFill>
                  <a:schemeClr val="lt1"/>
                </a:solidFill>
                <a:latin typeface="Varela Round"/>
                <a:ea typeface="Varela Round"/>
                <a:cs typeface="Varela Round"/>
                <a:sym typeface="Varela Round"/>
              </a:defRPr>
            </a:lvl4pPr>
            <a:lvl5pPr indent="-323850" lvl="4" marL="2286000">
              <a:lnSpc>
                <a:spcPct val="100000"/>
              </a:lnSpc>
              <a:spcBef>
                <a:spcPts val="0"/>
              </a:spcBef>
              <a:spcAft>
                <a:spcPts val="0"/>
              </a:spcAft>
              <a:buClr>
                <a:schemeClr val="lt1"/>
              </a:buClr>
              <a:buSzPts val="1500"/>
              <a:buFont typeface="Varela Round"/>
              <a:buChar char="○"/>
              <a:defRPr sz="1500">
                <a:solidFill>
                  <a:schemeClr val="lt1"/>
                </a:solidFill>
                <a:latin typeface="Varela Round"/>
                <a:ea typeface="Varela Round"/>
                <a:cs typeface="Varela Round"/>
                <a:sym typeface="Varela Round"/>
              </a:defRPr>
            </a:lvl5pPr>
            <a:lvl6pPr indent="-323850" lvl="5" marL="2743200">
              <a:lnSpc>
                <a:spcPct val="100000"/>
              </a:lnSpc>
              <a:spcBef>
                <a:spcPts val="0"/>
              </a:spcBef>
              <a:spcAft>
                <a:spcPts val="0"/>
              </a:spcAft>
              <a:buClr>
                <a:schemeClr val="lt1"/>
              </a:buClr>
              <a:buSzPts val="1500"/>
              <a:buFont typeface="Varela Round"/>
              <a:buChar char="■"/>
              <a:defRPr sz="1500">
                <a:solidFill>
                  <a:schemeClr val="lt1"/>
                </a:solidFill>
                <a:latin typeface="Varela Round"/>
                <a:ea typeface="Varela Round"/>
                <a:cs typeface="Varela Round"/>
                <a:sym typeface="Varela Round"/>
              </a:defRPr>
            </a:lvl6pPr>
            <a:lvl7pPr indent="-323850" lvl="6" marL="3200400">
              <a:lnSpc>
                <a:spcPct val="100000"/>
              </a:lnSpc>
              <a:spcBef>
                <a:spcPts val="0"/>
              </a:spcBef>
              <a:spcAft>
                <a:spcPts val="0"/>
              </a:spcAft>
              <a:buClr>
                <a:schemeClr val="lt1"/>
              </a:buClr>
              <a:buSzPts val="1500"/>
              <a:buFont typeface="Varela Round"/>
              <a:buChar char="●"/>
              <a:defRPr sz="1500">
                <a:solidFill>
                  <a:schemeClr val="lt1"/>
                </a:solidFill>
                <a:latin typeface="Varela Round"/>
                <a:ea typeface="Varela Round"/>
                <a:cs typeface="Varela Round"/>
                <a:sym typeface="Varela Round"/>
              </a:defRPr>
            </a:lvl7pPr>
            <a:lvl8pPr indent="-323850" lvl="7" marL="3657600">
              <a:lnSpc>
                <a:spcPct val="100000"/>
              </a:lnSpc>
              <a:spcBef>
                <a:spcPts val="0"/>
              </a:spcBef>
              <a:spcAft>
                <a:spcPts val="0"/>
              </a:spcAft>
              <a:buClr>
                <a:schemeClr val="lt1"/>
              </a:buClr>
              <a:buSzPts val="1500"/>
              <a:buFont typeface="Varela Round"/>
              <a:buChar char="○"/>
              <a:defRPr sz="1500">
                <a:solidFill>
                  <a:schemeClr val="lt1"/>
                </a:solidFill>
                <a:latin typeface="Varela Round"/>
                <a:ea typeface="Varela Round"/>
                <a:cs typeface="Varela Round"/>
                <a:sym typeface="Varela Round"/>
              </a:defRPr>
            </a:lvl8pPr>
            <a:lvl9pPr indent="-323850" lvl="8" marL="4114800">
              <a:lnSpc>
                <a:spcPct val="100000"/>
              </a:lnSpc>
              <a:spcBef>
                <a:spcPts val="0"/>
              </a:spcBef>
              <a:spcAft>
                <a:spcPts val="0"/>
              </a:spcAft>
              <a:buClr>
                <a:schemeClr val="lt1"/>
              </a:buClr>
              <a:buSzPts val="1500"/>
              <a:buFont typeface="Varela Round"/>
              <a:buChar char="■"/>
              <a:defRPr sz="1500">
                <a:solidFill>
                  <a:schemeClr val="lt1"/>
                </a:solidFill>
                <a:latin typeface="Varela Round"/>
                <a:ea typeface="Varela Round"/>
                <a:cs typeface="Varela Round"/>
                <a:sym typeface="Varela Roun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hyperlink" Target="https://x.com/varun_mathur/status/203100460742649857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9"/>
          <p:cNvSpPr txBox="1"/>
          <p:nvPr>
            <p:ph type="ctrTitle"/>
          </p:nvPr>
        </p:nvSpPr>
        <p:spPr>
          <a:xfrm>
            <a:off x="693000" y="1742675"/>
            <a:ext cx="7258500" cy="128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500"/>
              <a:t>AutoResearch</a:t>
            </a:r>
            <a:endParaRPr/>
          </a:p>
          <a:p>
            <a:pPr indent="0" lvl="0" marL="0" rtl="0" algn="l">
              <a:spcBef>
                <a:spcPts val="0"/>
              </a:spcBef>
              <a:spcAft>
                <a:spcPts val="0"/>
              </a:spcAft>
              <a:buNone/>
            </a:pPr>
            <a:r>
              <a:rPr b="0" lang="en" sz="3500">
                <a:solidFill>
                  <a:schemeClr val="lt1"/>
                </a:solidFill>
              </a:rPr>
              <a:t>March 10, 2026</a:t>
            </a:r>
            <a:endParaRPr b="0" sz="3500">
              <a:solidFill>
                <a:schemeClr val="lt1"/>
              </a:solidFill>
            </a:endParaRPr>
          </a:p>
        </p:txBody>
      </p:sp>
      <p:sp>
        <p:nvSpPr>
          <p:cNvPr id="236" name="Google Shape;236;p29"/>
          <p:cNvSpPr txBox="1"/>
          <p:nvPr>
            <p:ph idx="1" type="subTitle"/>
          </p:nvPr>
        </p:nvSpPr>
        <p:spPr>
          <a:xfrm>
            <a:off x="765700" y="3362275"/>
            <a:ext cx="19968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Viviana Luccioli</a:t>
            </a:r>
            <a:endParaRPr/>
          </a:p>
        </p:txBody>
      </p:sp>
      <p:sp>
        <p:nvSpPr>
          <p:cNvPr id="237" name="Google Shape;237;p29"/>
          <p:cNvSpPr txBox="1"/>
          <p:nvPr/>
        </p:nvSpPr>
        <p:spPr>
          <a:xfrm>
            <a:off x="765700" y="2946775"/>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lt1"/>
                </a:solidFill>
                <a:latin typeface="Varela Round"/>
                <a:ea typeface="Varela Round"/>
                <a:cs typeface="Varela Round"/>
                <a:sym typeface="Varela Round"/>
              </a:rPr>
              <a:t>DSAN 6725: GenAI </a:t>
            </a:r>
            <a:endParaRPr sz="1500">
              <a:solidFill>
                <a:schemeClr val="lt1"/>
              </a:solidFill>
              <a:latin typeface="Varela Round"/>
              <a:ea typeface="Varela Round"/>
              <a:cs typeface="Varela Round"/>
              <a:sym typeface="Varela Rou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txBox="1"/>
          <p:nvPr>
            <p:ph type="ctrTitle"/>
          </p:nvPr>
        </p:nvSpPr>
        <p:spPr>
          <a:xfrm>
            <a:off x="693000" y="1742675"/>
            <a:ext cx="6047100" cy="128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0"/>
          <p:cNvSpPr txBox="1"/>
          <p:nvPr>
            <p:ph idx="1" type="subTitle"/>
          </p:nvPr>
        </p:nvSpPr>
        <p:spPr>
          <a:xfrm>
            <a:off x="693000" y="3035125"/>
            <a:ext cx="37266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4" name="Google Shape;244;p30"/>
          <p:cNvPicPr preferRelativeResize="0"/>
          <p:nvPr/>
        </p:nvPicPr>
        <p:blipFill>
          <a:blip r:embed="rId3">
            <a:alphaModFix/>
          </a:blip>
          <a:stretch>
            <a:fillRect/>
          </a:stretch>
        </p:blipFill>
        <p:spPr>
          <a:xfrm>
            <a:off x="0" y="226350"/>
            <a:ext cx="9144000" cy="4572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1"/>
          <p:cNvSpPr txBox="1"/>
          <p:nvPr>
            <p:ph idx="15" type="title"/>
          </p:nvPr>
        </p:nvSpPr>
        <p:spPr>
          <a:xfrm>
            <a:off x="720000" y="539500"/>
            <a:ext cx="77040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When and Who? </a:t>
            </a:r>
            <a:endParaRPr/>
          </a:p>
        </p:txBody>
      </p:sp>
      <p:sp>
        <p:nvSpPr>
          <p:cNvPr id="250" name="Google Shape;250;p31"/>
          <p:cNvSpPr txBox="1"/>
          <p:nvPr>
            <p:ph idx="1" type="subTitle"/>
          </p:nvPr>
        </p:nvSpPr>
        <p:spPr>
          <a:xfrm>
            <a:off x="1524000" y="1339175"/>
            <a:ext cx="7933800" cy="27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u="sng"/>
              <a:t>When? </a:t>
            </a:r>
            <a:r>
              <a:rPr lang="en" sz="3000"/>
              <a:t>→ </a:t>
            </a:r>
            <a:r>
              <a:rPr lang="en" sz="2400"/>
              <a:t>Sunday, March 8, 2026 </a:t>
            </a:r>
            <a:endParaRPr sz="24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3000" u="sng"/>
              <a:t>Who?</a:t>
            </a:r>
            <a:r>
              <a:rPr lang="en" sz="3000"/>
              <a:t> → </a:t>
            </a:r>
            <a:r>
              <a:rPr lang="en" sz="2400"/>
              <a:t>Creator: Andrej Karpathy </a:t>
            </a:r>
            <a:endParaRPr sz="2400"/>
          </a:p>
          <a:p>
            <a:pPr indent="-355600" lvl="0" marL="457200" rtl="0" algn="l">
              <a:spcBef>
                <a:spcPts val="0"/>
              </a:spcBef>
              <a:spcAft>
                <a:spcPts val="0"/>
              </a:spcAft>
              <a:buSzPts val="2000"/>
              <a:buChar char="●"/>
            </a:pPr>
            <a:r>
              <a:rPr lang="en" sz="2000"/>
              <a:t>Former Director of AI at Tesla (Autopilot)</a:t>
            </a:r>
            <a:endParaRPr sz="2000"/>
          </a:p>
          <a:p>
            <a:pPr indent="-355600" lvl="0" marL="457200" rtl="0" algn="l">
              <a:spcBef>
                <a:spcPts val="0"/>
              </a:spcBef>
              <a:spcAft>
                <a:spcPts val="0"/>
              </a:spcAft>
              <a:buSzPts val="2000"/>
              <a:buChar char="●"/>
            </a:pPr>
            <a:r>
              <a:rPr lang="en" sz="2000"/>
              <a:t>Co-founder and former researcher at OpenAI</a:t>
            </a:r>
            <a:endParaRPr sz="2000"/>
          </a:p>
          <a:p>
            <a:pPr indent="-355600" lvl="0" marL="457200" rtl="0" algn="l">
              <a:spcBef>
                <a:spcPts val="0"/>
              </a:spcBef>
              <a:spcAft>
                <a:spcPts val="0"/>
              </a:spcAft>
              <a:buSzPts val="2000"/>
              <a:buChar char="●"/>
            </a:pPr>
            <a:r>
              <a:rPr lang="en" sz="2000"/>
              <a:t>Coined the term "vibe coding"</a:t>
            </a:r>
            <a:endParaRPr sz="2000"/>
          </a:p>
          <a:p>
            <a:pPr indent="-355600" lvl="0" marL="457200" rtl="0" algn="l">
              <a:spcBef>
                <a:spcPts val="0"/>
              </a:spcBef>
              <a:spcAft>
                <a:spcPts val="0"/>
              </a:spcAft>
              <a:buSzPts val="2000"/>
              <a:buChar char="●"/>
            </a:pPr>
            <a:r>
              <a:rPr lang="en" sz="2000"/>
              <a:t>One of the most influential voices in practical AI</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2"/>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Evolution of Agentic AI for Research </a:t>
            </a:r>
            <a:endParaRPr/>
          </a:p>
        </p:txBody>
      </p:sp>
      <p:sp>
        <p:nvSpPr>
          <p:cNvPr id="256" name="Google Shape;256;p32"/>
          <p:cNvSpPr txBox="1"/>
          <p:nvPr/>
        </p:nvSpPr>
        <p:spPr>
          <a:xfrm>
            <a:off x="1030925" y="2081775"/>
            <a:ext cx="7630200" cy="27705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Nunito Light"/>
              <a:buChar char="●"/>
            </a:pPr>
            <a:r>
              <a:rPr lang="en" sz="2400">
                <a:solidFill>
                  <a:schemeClr val="lt1"/>
                </a:solidFill>
                <a:latin typeface="Varela Round"/>
                <a:ea typeface="Varela Round"/>
                <a:cs typeface="Varela Round"/>
                <a:sym typeface="Varela Round"/>
              </a:rPr>
              <a:t>2023: Basic code assistants (GitHub Copilot, early ChatGPT)</a:t>
            </a:r>
            <a:endParaRPr sz="2400">
              <a:solidFill>
                <a:schemeClr val="lt1"/>
              </a:solidFill>
              <a:latin typeface="Varela Round"/>
              <a:ea typeface="Varela Round"/>
              <a:cs typeface="Varela Round"/>
              <a:sym typeface="Varela Round"/>
            </a:endParaRPr>
          </a:p>
          <a:p>
            <a:pPr indent="-381000" lvl="0" marL="457200" rtl="0" algn="l">
              <a:spcBef>
                <a:spcPts val="0"/>
              </a:spcBef>
              <a:spcAft>
                <a:spcPts val="0"/>
              </a:spcAft>
              <a:buClr>
                <a:schemeClr val="dk1"/>
              </a:buClr>
              <a:buSzPts val="2400"/>
              <a:buFont typeface="Nunito Light"/>
              <a:buChar char="●"/>
            </a:pPr>
            <a:r>
              <a:rPr lang="en" sz="2400">
                <a:solidFill>
                  <a:schemeClr val="lt1"/>
                </a:solidFill>
                <a:latin typeface="Varela Round"/>
                <a:ea typeface="Varela Round"/>
                <a:cs typeface="Varela Round"/>
                <a:sym typeface="Varela Round"/>
              </a:rPr>
              <a:t>2024: Agents that can execute multi-step tasks</a:t>
            </a:r>
            <a:endParaRPr sz="2400">
              <a:solidFill>
                <a:schemeClr val="lt1"/>
              </a:solidFill>
              <a:latin typeface="Varela Round"/>
              <a:ea typeface="Varela Round"/>
              <a:cs typeface="Varela Round"/>
              <a:sym typeface="Varela Round"/>
            </a:endParaRPr>
          </a:p>
          <a:p>
            <a:pPr indent="-381000" lvl="0" marL="457200" rtl="0" algn="l">
              <a:spcBef>
                <a:spcPts val="0"/>
              </a:spcBef>
              <a:spcAft>
                <a:spcPts val="0"/>
              </a:spcAft>
              <a:buClr>
                <a:schemeClr val="dk1"/>
              </a:buClr>
              <a:buSzPts val="2400"/>
              <a:buFont typeface="Nunito Light"/>
              <a:buChar char="●"/>
            </a:pPr>
            <a:r>
              <a:rPr lang="en" sz="2400">
                <a:solidFill>
                  <a:schemeClr val="lt1"/>
                </a:solidFill>
                <a:latin typeface="Varela Round"/>
                <a:ea typeface="Varela Round"/>
                <a:cs typeface="Varela Round"/>
                <a:sym typeface="Varela Round"/>
              </a:rPr>
              <a:t>2025: Autonomous coding agents (Claude Code, Codex)</a:t>
            </a:r>
            <a:endParaRPr sz="2400">
              <a:solidFill>
                <a:schemeClr val="lt1"/>
              </a:solidFill>
              <a:latin typeface="Varela Round"/>
              <a:ea typeface="Varela Round"/>
              <a:cs typeface="Varela Round"/>
              <a:sym typeface="Varela Round"/>
            </a:endParaRPr>
          </a:p>
          <a:p>
            <a:pPr indent="-381000" lvl="0" marL="457200" rtl="0" algn="l">
              <a:spcBef>
                <a:spcPts val="0"/>
              </a:spcBef>
              <a:spcAft>
                <a:spcPts val="0"/>
              </a:spcAft>
              <a:buClr>
                <a:schemeClr val="dk1"/>
              </a:buClr>
              <a:buSzPts val="2400"/>
              <a:buFont typeface="Nunito Light"/>
              <a:buChar char="●"/>
            </a:pPr>
            <a:r>
              <a:rPr lang="en" sz="2400">
                <a:solidFill>
                  <a:schemeClr val="lt1"/>
                </a:solidFill>
                <a:latin typeface="Varela Round"/>
                <a:ea typeface="Varela Round"/>
                <a:cs typeface="Varela Round"/>
                <a:sym typeface="Varela Round"/>
              </a:rPr>
              <a:t>2026: Autoresearch → agents that run the scientific method autonomously</a:t>
            </a:r>
            <a:endParaRPr sz="2400">
              <a:solidFill>
                <a:schemeClr val="lt1"/>
              </a:solidFill>
              <a:latin typeface="Varela Round"/>
              <a:ea typeface="Varela Round"/>
              <a:cs typeface="Varela Round"/>
              <a:sym typeface="Varela Rou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idx="1" type="body"/>
          </p:nvPr>
        </p:nvSpPr>
        <p:spPr>
          <a:xfrm>
            <a:off x="1086775" y="2103525"/>
            <a:ext cx="7131000" cy="215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t>A system where AI agents autonomously:</a:t>
            </a:r>
            <a:endParaRPr sz="2400"/>
          </a:p>
          <a:p>
            <a:pPr indent="0" lvl="0" marL="457200" rtl="0" algn="l">
              <a:spcBef>
                <a:spcPts val="0"/>
              </a:spcBef>
              <a:spcAft>
                <a:spcPts val="0"/>
              </a:spcAft>
              <a:buNone/>
            </a:pPr>
            <a:r>
              <a:t/>
            </a:r>
            <a:endParaRPr sz="2400"/>
          </a:p>
          <a:p>
            <a:pPr indent="-381000" lvl="0" marL="457200" rtl="0" algn="l">
              <a:spcBef>
                <a:spcPts val="0"/>
              </a:spcBef>
              <a:spcAft>
                <a:spcPts val="0"/>
              </a:spcAft>
              <a:buSzPts val="2400"/>
              <a:buChar char="●"/>
            </a:pPr>
            <a:r>
              <a:rPr lang="en" sz="2400"/>
              <a:t>Read their own code</a:t>
            </a:r>
            <a:endParaRPr sz="2400"/>
          </a:p>
          <a:p>
            <a:pPr indent="-381000" lvl="0" marL="457200" rtl="0" algn="l">
              <a:spcBef>
                <a:spcPts val="0"/>
              </a:spcBef>
              <a:spcAft>
                <a:spcPts val="0"/>
              </a:spcAft>
              <a:buSzPts val="2400"/>
              <a:buChar char="●"/>
            </a:pPr>
            <a:r>
              <a:rPr lang="en" sz="2400"/>
              <a:t>Form a hypothesis for improvement</a:t>
            </a:r>
            <a:endParaRPr sz="2400"/>
          </a:p>
          <a:p>
            <a:pPr indent="-381000" lvl="0" marL="457200" rtl="0" algn="l">
              <a:spcBef>
                <a:spcPts val="0"/>
              </a:spcBef>
              <a:spcAft>
                <a:spcPts val="0"/>
              </a:spcAft>
              <a:buSzPts val="2400"/>
              <a:buChar char="●"/>
            </a:pPr>
            <a:r>
              <a:rPr lang="en" sz="2400"/>
              <a:t>Modify the code</a:t>
            </a:r>
            <a:endParaRPr sz="2400"/>
          </a:p>
          <a:p>
            <a:pPr indent="-381000" lvl="0" marL="457200" rtl="0" algn="l">
              <a:spcBef>
                <a:spcPts val="0"/>
              </a:spcBef>
              <a:spcAft>
                <a:spcPts val="0"/>
              </a:spcAft>
              <a:buSzPts val="2400"/>
              <a:buChar char="●"/>
            </a:pPr>
            <a:r>
              <a:rPr lang="en" sz="2400"/>
              <a:t>Run the experiment (5 min)</a:t>
            </a:r>
            <a:endParaRPr sz="2400"/>
          </a:p>
          <a:p>
            <a:pPr indent="-381000" lvl="0" marL="457200" rtl="0" algn="l">
              <a:spcBef>
                <a:spcPts val="0"/>
              </a:spcBef>
              <a:spcAft>
                <a:spcPts val="0"/>
              </a:spcAft>
              <a:buSzPts val="2400"/>
              <a:buChar char="●"/>
            </a:pPr>
            <a:r>
              <a:rPr lang="en" sz="2400"/>
              <a:t>Evaluate results</a:t>
            </a:r>
            <a:endParaRPr sz="2400"/>
          </a:p>
          <a:p>
            <a:pPr indent="-381000" lvl="0" marL="457200" rtl="0" algn="l">
              <a:spcBef>
                <a:spcPts val="0"/>
              </a:spcBef>
              <a:spcAft>
                <a:spcPts val="0"/>
              </a:spcAft>
              <a:buSzPts val="2400"/>
              <a:buChar char="●"/>
            </a:pPr>
            <a:r>
              <a:rPr lang="en" sz="2400"/>
              <a:t>Keep or discard changes</a:t>
            </a:r>
            <a:endParaRPr sz="2400"/>
          </a:p>
          <a:p>
            <a:pPr indent="-381000" lvl="0" marL="457200" rtl="0" algn="l">
              <a:spcBef>
                <a:spcPts val="0"/>
              </a:spcBef>
              <a:spcAft>
                <a:spcPts val="0"/>
              </a:spcAft>
              <a:buSzPts val="2400"/>
              <a:buChar char="●"/>
            </a:pPr>
            <a:r>
              <a:rPr lang="en" sz="2400"/>
              <a:t>Repeat indefinitely</a:t>
            </a:r>
            <a:endParaRPr sz="2400"/>
          </a:p>
          <a:p>
            <a:pPr indent="0" lvl="0" marL="457200" rtl="0" algn="l">
              <a:spcBef>
                <a:spcPts val="0"/>
              </a:spcBef>
              <a:spcAft>
                <a:spcPts val="0"/>
              </a:spcAft>
              <a:buNone/>
            </a:pPr>
            <a:r>
              <a:t/>
            </a:r>
            <a:endParaRPr sz="2400"/>
          </a:p>
        </p:txBody>
      </p:sp>
      <p:sp>
        <p:nvSpPr>
          <p:cNvPr id="262" name="Google Shape;262;p33"/>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 is AutoResearch? </a:t>
            </a:r>
            <a:endParaRPr/>
          </a:p>
        </p:txBody>
      </p:sp>
      <p:sp>
        <p:nvSpPr>
          <p:cNvPr id="263" name="Google Shape;263;p33"/>
          <p:cNvSpPr txBox="1"/>
          <p:nvPr/>
        </p:nvSpPr>
        <p:spPr>
          <a:xfrm>
            <a:off x="6589050" y="2928475"/>
            <a:ext cx="2241300" cy="16287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i="1" lang="en" sz="1700">
                <a:solidFill>
                  <a:schemeClr val="dk1"/>
                </a:solidFill>
                <a:latin typeface="Varela Round"/>
                <a:ea typeface="Varela Round"/>
                <a:cs typeface="Varela Round"/>
                <a:sym typeface="Varela Round"/>
              </a:rPr>
              <a:t>"You wake up in the morning to a log of experiments and a better model."</a:t>
            </a:r>
            <a:r>
              <a:rPr lang="en" sz="1700">
                <a:solidFill>
                  <a:schemeClr val="dk1"/>
                </a:solidFill>
                <a:latin typeface="Varela Round"/>
                <a:ea typeface="Varela Round"/>
                <a:cs typeface="Varela Round"/>
                <a:sym typeface="Varela Round"/>
              </a:rPr>
              <a:t> — Karpathy</a:t>
            </a:r>
            <a:endParaRPr sz="1700">
              <a:solidFill>
                <a:schemeClr val="dk1"/>
              </a:solidFill>
              <a:latin typeface="Varela Round"/>
              <a:ea typeface="Varela Round"/>
              <a:cs typeface="Varela Round"/>
              <a:sym typeface="Varela Round"/>
            </a:endParaRPr>
          </a:p>
          <a:p>
            <a:pPr indent="0" lvl="0" marL="0" rtl="0" algn="l">
              <a:spcBef>
                <a:spcPts val="0"/>
              </a:spcBef>
              <a:spcAft>
                <a:spcPts val="0"/>
              </a:spcAft>
              <a:buNone/>
            </a:pPr>
            <a:r>
              <a:t/>
            </a:r>
            <a:endParaRPr sz="1700">
              <a:solidFill>
                <a:schemeClr val="dk1"/>
              </a:solidFill>
              <a:latin typeface="Varela Round"/>
              <a:ea typeface="Varela Round"/>
              <a:cs typeface="Varela Round"/>
              <a:sym typeface="Varela Rou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4"/>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Experiment</a:t>
            </a:r>
            <a:endParaRPr/>
          </a:p>
        </p:txBody>
      </p:sp>
      <p:sp>
        <p:nvSpPr>
          <p:cNvPr id="269" name="Google Shape;269;p34"/>
          <p:cNvSpPr txBox="1"/>
          <p:nvPr/>
        </p:nvSpPr>
        <p:spPr>
          <a:xfrm>
            <a:off x="1075775" y="1628600"/>
            <a:ext cx="6768300" cy="31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chemeClr val="lt1"/>
                </a:solidFill>
                <a:latin typeface="Varela Round"/>
                <a:ea typeface="Varela Round"/>
                <a:cs typeface="Varela Round"/>
                <a:sym typeface="Varela Round"/>
              </a:rPr>
              <a:t>Task</a:t>
            </a:r>
            <a:r>
              <a:rPr lang="en" sz="2000">
                <a:solidFill>
                  <a:schemeClr val="lt1"/>
                </a:solidFill>
                <a:latin typeface="Varela Round"/>
                <a:ea typeface="Varela Round"/>
                <a:cs typeface="Varela Round"/>
                <a:sym typeface="Varela Round"/>
              </a:rPr>
              <a:t>: training a small GPT language model on text data</a:t>
            </a:r>
            <a:endParaRPr sz="2000">
              <a:solidFill>
                <a:schemeClr val="lt1"/>
              </a:solidFill>
              <a:latin typeface="Varela Round"/>
              <a:ea typeface="Varela Round"/>
              <a:cs typeface="Varela Round"/>
              <a:sym typeface="Varela Round"/>
            </a:endParaRPr>
          </a:p>
          <a:p>
            <a:pPr indent="0" lvl="0" marL="0" rtl="0" algn="l">
              <a:spcBef>
                <a:spcPts val="0"/>
              </a:spcBef>
              <a:spcAft>
                <a:spcPts val="0"/>
              </a:spcAft>
              <a:buNone/>
            </a:pPr>
            <a:r>
              <a:t/>
            </a:r>
            <a:endParaRPr sz="2000">
              <a:solidFill>
                <a:schemeClr val="lt1"/>
              </a:solidFill>
              <a:latin typeface="Varela Round"/>
              <a:ea typeface="Varela Round"/>
              <a:cs typeface="Varela Round"/>
              <a:sym typeface="Varela Round"/>
            </a:endParaRPr>
          </a:p>
          <a:p>
            <a:pPr indent="0" lvl="0" marL="0" rtl="0" algn="l">
              <a:spcBef>
                <a:spcPts val="0"/>
              </a:spcBef>
              <a:spcAft>
                <a:spcPts val="0"/>
              </a:spcAft>
              <a:buNone/>
            </a:pPr>
            <a:r>
              <a:rPr b="1" lang="en" sz="2000" u="sng">
                <a:solidFill>
                  <a:schemeClr val="lt1"/>
                </a:solidFill>
                <a:latin typeface="Varela Round"/>
                <a:ea typeface="Varela Round"/>
                <a:cs typeface="Varela Round"/>
                <a:sym typeface="Varela Round"/>
              </a:rPr>
              <a:t>What the agent can change:</a:t>
            </a:r>
            <a:endParaRPr b="1" sz="2000" u="sng">
              <a:solidFill>
                <a:schemeClr val="lt1"/>
              </a:solidFill>
              <a:latin typeface="Varela Round"/>
              <a:ea typeface="Varela Round"/>
              <a:cs typeface="Varela Round"/>
              <a:sym typeface="Varela Round"/>
            </a:endParaRPr>
          </a:p>
          <a:p>
            <a:pPr indent="-355600" lvl="0" marL="457200" rtl="0" algn="l">
              <a:spcBef>
                <a:spcPts val="0"/>
              </a:spcBef>
              <a:spcAft>
                <a:spcPts val="0"/>
              </a:spcAft>
              <a:buClr>
                <a:schemeClr val="accent1"/>
              </a:buClr>
              <a:buSzPts val="2000"/>
              <a:buFont typeface="Varela Round"/>
              <a:buChar char="★"/>
            </a:pPr>
            <a:r>
              <a:rPr lang="en" sz="2000">
                <a:solidFill>
                  <a:schemeClr val="lt1"/>
                </a:solidFill>
                <a:latin typeface="Varela Round"/>
                <a:ea typeface="Varela Round"/>
                <a:cs typeface="Varela Round"/>
                <a:sym typeface="Varela Round"/>
              </a:rPr>
              <a:t>Model architecture (depth, width, attention patterns)</a:t>
            </a:r>
            <a:endParaRPr sz="2000">
              <a:solidFill>
                <a:schemeClr val="lt1"/>
              </a:solidFill>
              <a:latin typeface="Varela Round"/>
              <a:ea typeface="Varela Round"/>
              <a:cs typeface="Varela Round"/>
              <a:sym typeface="Varela Round"/>
            </a:endParaRPr>
          </a:p>
          <a:p>
            <a:pPr indent="-355600" lvl="0" marL="457200" rtl="0" algn="l">
              <a:spcBef>
                <a:spcPts val="0"/>
              </a:spcBef>
              <a:spcAft>
                <a:spcPts val="0"/>
              </a:spcAft>
              <a:buClr>
                <a:schemeClr val="accent1"/>
              </a:buClr>
              <a:buSzPts val="2000"/>
              <a:buFont typeface="Varela Round"/>
              <a:buChar char="★"/>
            </a:pPr>
            <a:r>
              <a:rPr lang="en" sz="2000">
                <a:solidFill>
                  <a:schemeClr val="lt1"/>
                </a:solidFill>
                <a:latin typeface="Varela Round"/>
                <a:ea typeface="Varela Round"/>
                <a:cs typeface="Varela Round"/>
                <a:sym typeface="Varela Round"/>
              </a:rPr>
              <a:t>Hyperparameters (learning rate, batch size)</a:t>
            </a:r>
            <a:endParaRPr sz="2000">
              <a:solidFill>
                <a:schemeClr val="lt1"/>
              </a:solidFill>
              <a:latin typeface="Varela Round"/>
              <a:ea typeface="Varela Round"/>
              <a:cs typeface="Varela Round"/>
              <a:sym typeface="Varela Round"/>
            </a:endParaRPr>
          </a:p>
          <a:p>
            <a:pPr indent="-355600" lvl="0" marL="457200" rtl="0" algn="l">
              <a:spcBef>
                <a:spcPts val="0"/>
              </a:spcBef>
              <a:spcAft>
                <a:spcPts val="0"/>
              </a:spcAft>
              <a:buClr>
                <a:schemeClr val="accent1"/>
              </a:buClr>
              <a:buSzPts val="2000"/>
              <a:buFont typeface="Varela Round"/>
              <a:buChar char="★"/>
            </a:pPr>
            <a:r>
              <a:rPr lang="en" sz="2000">
                <a:solidFill>
                  <a:schemeClr val="lt1"/>
                </a:solidFill>
                <a:latin typeface="Varela Round"/>
                <a:ea typeface="Varela Round"/>
                <a:cs typeface="Varela Round"/>
                <a:sym typeface="Varela Round"/>
              </a:rPr>
              <a:t>Optimizer settings (Muon, AdamW)</a:t>
            </a:r>
            <a:endParaRPr sz="2000">
              <a:solidFill>
                <a:schemeClr val="lt1"/>
              </a:solidFill>
              <a:latin typeface="Varela Round"/>
              <a:ea typeface="Varela Round"/>
              <a:cs typeface="Varela Round"/>
              <a:sym typeface="Varela Round"/>
            </a:endParaRPr>
          </a:p>
          <a:p>
            <a:pPr indent="-355600" lvl="0" marL="457200" rtl="0" algn="l">
              <a:spcBef>
                <a:spcPts val="0"/>
              </a:spcBef>
              <a:spcAft>
                <a:spcPts val="0"/>
              </a:spcAft>
              <a:buClr>
                <a:schemeClr val="accent1"/>
              </a:buClr>
              <a:buSzPts val="2000"/>
              <a:buFont typeface="Varela Round"/>
              <a:buChar char="★"/>
            </a:pPr>
            <a:r>
              <a:rPr lang="en" sz="2000">
                <a:solidFill>
                  <a:schemeClr val="lt1"/>
                </a:solidFill>
                <a:latin typeface="Varela Round"/>
                <a:ea typeface="Varela Round"/>
                <a:cs typeface="Varela Round"/>
                <a:sym typeface="Varela Round"/>
              </a:rPr>
              <a:t>Initialization strategies</a:t>
            </a:r>
            <a:endParaRPr sz="2000">
              <a:solidFill>
                <a:schemeClr val="lt1"/>
              </a:solidFill>
              <a:latin typeface="Varela Round"/>
              <a:ea typeface="Varela Round"/>
              <a:cs typeface="Varela Round"/>
              <a:sym typeface="Varela Round"/>
            </a:endParaRPr>
          </a:p>
          <a:p>
            <a:pPr indent="-355600" lvl="0" marL="457200" rtl="0" algn="l">
              <a:spcBef>
                <a:spcPts val="0"/>
              </a:spcBef>
              <a:spcAft>
                <a:spcPts val="0"/>
              </a:spcAft>
              <a:buClr>
                <a:schemeClr val="accent1"/>
              </a:buClr>
              <a:buSzPts val="2000"/>
              <a:buFont typeface="Varela Round"/>
              <a:buChar char="★"/>
            </a:pPr>
            <a:r>
              <a:rPr lang="en" sz="2000">
                <a:solidFill>
                  <a:schemeClr val="lt1"/>
                </a:solidFill>
                <a:latin typeface="Varela Round"/>
                <a:ea typeface="Varela Round"/>
                <a:cs typeface="Varela Round"/>
                <a:sym typeface="Varela Round"/>
              </a:rPr>
              <a:t>Normalization choices</a:t>
            </a:r>
            <a:endParaRPr sz="2000">
              <a:solidFill>
                <a:schemeClr val="lt1"/>
              </a:solidFill>
              <a:latin typeface="Varela Round"/>
              <a:ea typeface="Varela Round"/>
              <a:cs typeface="Varela Round"/>
              <a:sym typeface="Varela Rou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5"/>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How it Works</a:t>
            </a:r>
            <a:endParaRPr/>
          </a:p>
        </p:txBody>
      </p:sp>
      <p:sp>
        <p:nvSpPr>
          <p:cNvPr id="275" name="Google Shape;275;p35"/>
          <p:cNvSpPr txBox="1"/>
          <p:nvPr/>
        </p:nvSpPr>
        <p:spPr>
          <a:xfrm>
            <a:off x="554850" y="1155325"/>
            <a:ext cx="8409900" cy="3509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2400">
                <a:solidFill>
                  <a:schemeClr val="accent2"/>
                </a:solidFill>
                <a:latin typeface="Varela Round"/>
                <a:ea typeface="Varela Round"/>
                <a:cs typeface="Varela Round"/>
                <a:sym typeface="Varela Round"/>
              </a:rPr>
              <a:t>Three files:</a:t>
            </a:r>
            <a:endParaRPr sz="2400">
              <a:solidFill>
                <a:schemeClr val="accent2"/>
              </a:solidFill>
              <a:latin typeface="Varela Round"/>
              <a:ea typeface="Varela Round"/>
              <a:cs typeface="Varela Round"/>
              <a:sym typeface="Varela Round"/>
            </a:endParaRPr>
          </a:p>
          <a:p>
            <a:pPr indent="0" lvl="0" marL="0" rtl="0" algn="l">
              <a:lnSpc>
                <a:spcPct val="100000"/>
              </a:lnSpc>
              <a:spcBef>
                <a:spcPts val="0"/>
              </a:spcBef>
              <a:spcAft>
                <a:spcPts val="0"/>
              </a:spcAft>
              <a:buNone/>
            </a:pPr>
            <a:r>
              <a:t/>
            </a:r>
            <a:endParaRPr sz="2400">
              <a:solidFill>
                <a:schemeClr val="dk1"/>
              </a:solidFill>
              <a:latin typeface="Varela Round"/>
              <a:ea typeface="Varela Round"/>
              <a:cs typeface="Varela Round"/>
              <a:sym typeface="Varela Round"/>
            </a:endParaRPr>
          </a:p>
          <a:p>
            <a:pPr indent="0" lvl="0" marL="0" rtl="0" algn="l">
              <a:lnSpc>
                <a:spcPct val="100000"/>
              </a:lnSpc>
              <a:spcBef>
                <a:spcPts val="0"/>
              </a:spcBef>
              <a:spcAft>
                <a:spcPts val="0"/>
              </a:spcAft>
              <a:buNone/>
            </a:pPr>
            <a:r>
              <a:t/>
            </a:r>
            <a:endParaRPr sz="2400">
              <a:solidFill>
                <a:schemeClr val="dk1"/>
              </a:solidFill>
              <a:latin typeface="Varela Round"/>
              <a:ea typeface="Varela Round"/>
              <a:cs typeface="Varela Round"/>
              <a:sym typeface="Varela Round"/>
            </a:endParaRPr>
          </a:p>
          <a:p>
            <a:pPr indent="0" lvl="0" marL="0" rtl="0" algn="l">
              <a:lnSpc>
                <a:spcPct val="100000"/>
              </a:lnSpc>
              <a:spcBef>
                <a:spcPts val="0"/>
              </a:spcBef>
              <a:spcAft>
                <a:spcPts val="0"/>
              </a:spcAft>
              <a:buNone/>
            </a:pPr>
            <a:r>
              <a:t/>
            </a:r>
            <a:endParaRPr sz="2400">
              <a:solidFill>
                <a:schemeClr val="dk1"/>
              </a:solidFill>
              <a:latin typeface="Varela Round"/>
              <a:ea typeface="Varela Round"/>
              <a:cs typeface="Varela Round"/>
              <a:sym typeface="Varela Round"/>
            </a:endParaRPr>
          </a:p>
          <a:p>
            <a:pPr indent="0" lvl="0" marL="0" rtl="0" algn="l">
              <a:lnSpc>
                <a:spcPct val="100000"/>
              </a:lnSpc>
              <a:spcBef>
                <a:spcPts val="0"/>
              </a:spcBef>
              <a:spcAft>
                <a:spcPts val="0"/>
              </a:spcAft>
              <a:buNone/>
            </a:pPr>
            <a:r>
              <a:t/>
            </a:r>
            <a:endParaRPr sz="2400">
              <a:solidFill>
                <a:schemeClr val="dk1"/>
              </a:solidFill>
              <a:latin typeface="Varela Round"/>
              <a:ea typeface="Varela Round"/>
              <a:cs typeface="Varela Round"/>
              <a:sym typeface="Varela Round"/>
            </a:endParaRPr>
          </a:p>
          <a:p>
            <a:pPr indent="0" lvl="0" marL="457200" rtl="0" algn="l">
              <a:lnSpc>
                <a:spcPct val="100000"/>
              </a:lnSpc>
              <a:spcBef>
                <a:spcPts val="0"/>
              </a:spcBef>
              <a:spcAft>
                <a:spcPts val="0"/>
              </a:spcAft>
              <a:buNone/>
            </a:pPr>
            <a:r>
              <a:t/>
            </a:r>
            <a:endParaRPr sz="2400">
              <a:solidFill>
                <a:schemeClr val="accent2"/>
              </a:solidFill>
              <a:latin typeface="Varela Round"/>
              <a:ea typeface="Varela Round"/>
              <a:cs typeface="Varela Round"/>
              <a:sym typeface="Varela Round"/>
            </a:endParaRPr>
          </a:p>
          <a:p>
            <a:pPr indent="0" lvl="0" marL="0" rtl="0" algn="l">
              <a:lnSpc>
                <a:spcPct val="150000"/>
              </a:lnSpc>
              <a:spcBef>
                <a:spcPts val="0"/>
              </a:spcBef>
              <a:spcAft>
                <a:spcPts val="0"/>
              </a:spcAft>
              <a:buNone/>
            </a:pPr>
            <a:r>
              <a:rPr lang="en" sz="2400">
                <a:solidFill>
                  <a:schemeClr val="accent2"/>
                </a:solidFill>
                <a:latin typeface="Varela Round"/>
                <a:ea typeface="Varela Round"/>
                <a:cs typeface="Varela Round"/>
                <a:sym typeface="Varela Round"/>
              </a:rPr>
              <a:t>Key constraint:</a:t>
            </a:r>
            <a:r>
              <a:rPr lang="en" sz="2200">
                <a:solidFill>
                  <a:schemeClr val="accent2"/>
                </a:solidFill>
                <a:latin typeface="Varela Round"/>
                <a:ea typeface="Varela Round"/>
                <a:cs typeface="Varela Round"/>
                <a:sym typeface="Varela Round"/>
              </a:rPr>
              <a:t> Fixed 5-min training budget per experiment</a:t>
            </a:r>
            <a:endParaRPr sz="2200">
              <a:solidFill>
                <a:schemeClr val="accent2"/>
              </a:solidFill>
              <a:latin typeface="Varela Round"/>
              <a:ea typeface="Varela Round"/>
              <a:cs typeface="Varela Round"/>
              <a:sym typeface="Varela Round"/>
            </a:endParaRPr>
          </a:p>
          <a:p>
            <a:pPr indent="0" lvl="0" marL="0" rtl="0" algn="l">
              <a:lnSpc>
                <a:spcPct val="150000"/>
              </a:lnSpc>
              <a:spcBef>
                <a:spcPts val="0"/>
              </a:spcBef>
              <a:spcAft>
                <a:spcPts val="0"/>
              </a:spcAft>
              <a:buNone/>
            </a:pPr>
            <a:r>
              <a:rPr lang="en" sz="2400">
                <a:solidFill>
                  <a:schemeClr val="accent2"/>
                </a:solidFill>
                <a:latin typeface="Varela Round"/>
                <a:ea typeface="Varela Round"/>
                <a:cs typeface="Varela Round"/>
                <a:sym typeface="Varela Round"/>
              </a:rPr>
              <a:t>Metric: </a:t>
            </a:r>
            <a:r>
              <a:rPr lang="en" sz="2200">
                <a:solidFill>
                  <a:schemeClr val="accent2"/>
                </a:solidFill>
                <a:latin typeface="Varela Round"/>
                <a:ea typeface="Varela Round"/>
                <a:cs typeface="Varela Round"/>
                <a:sym typeface="Varela Round"/>
              </a:rPr>
              <a:t>Validation bits per byte (val_bpb) </a:t>
            </a:r>
            <a:endParaRPr sz="900">
              <a:solidFill>
                <a:srgbClr val="CCCCCC"/>
              </a:solidFill>
              <a:highlight>
                <a:srgbClr val="1F1F1F"/>
              </a:highlight>
              <a:latin typeface="Courier New"/>
              <a:ea typeface="Courier New"/>
              <a:cs typeface="Courier New"/>
              <a:sym typeface="Courier New"/>
            </a:endParaRPr>
          </a:p>
        </p:txBody>
      </p:sp>
      <p:graphicFrame>
        <p:nvGraphicFramePr>
          <p:cNvPr id="276" name="Google Shape;276;p35"/>
          <p:cNvGraphicFramePr/>
          <p:nvPr/>
        </p:nvGraphicFramePr>
        <p:xfrm>
          <a:off x="749775" y="1639300"/>
          <a:ext cx="3000000" cy="3000000"/>
        </p:xfrm>
        <a:graphic>
          <a:graphicData uri="http://schemas.openxmlformats.org/drawingml/2006/table">
            <a:tbl>
              <a:tblPr>
                <a:noFill/>
                <a:tableStyleId>{0B76813E-0FE0-4213-A106-259ECF005FA4}</a:tableStyleId>
              </a:tblPr>
              <a:tblGrid>
                <a:gridCol w="1438575"/>
                <a:gridCol w="2733300"/>
                <a:gridCol w="3848175"/>
              </a:tblGrid>
              <a:tr h="200025">
                <a:tc>
                  <a:txBody>
                    <a:bodyPr/>
                    <a:lstStyle/>
                    <a:p>
                      <a:pPr indent="0" lvl="0" marL="0" rtl="0" algn="ctr">
                        <a:lnSpc>
                          <a:spcPct val="115000"/>
                        </a:lnSpc>
                        <a:spcBef>
                          <a:spcPts val="0"/>
                        </a:spcBef>
                        <a:spcAft>
                          <a:spcPts val="0"/>
                        </a:spcAft>
                        <a:buNone/>
                      </a:pPr>
                      <a:r>
                        <a:rPr b="1" lang="en" sz="1600">
                          <a:solidFill>
                            <a:schemeClr val="lt1"/>
                          </a:solidFill>
                          <a:latin typeface="Varela Round"/>
                          <a:ea typeface="Varela Round"/>
                          <a:cs typeface="Varela Round"/>
                          <a:sym typeface="Varela Round"/>
                        </a:rPr>
                        <a:t>File</a:t>
                      </a:r>
                      <a:endParaRPr b="1" sz="16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600">
                          <a:solidFill>
                            <a:schemeClr val="lt1"/>
                          </a:solidFill>
                          <a:latin typeface="Varela Round"/>
                          <a:ea typeface="Varela Round"/>
                          <a:cs typeface="Varela Round"/>
                          <a:sym typeface="Varela Round"/>
                        </a:rPr>
                        <a:t>Written by</a:t>
                      </a:r>
                      <a:endParaRPr b="1" sz="16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600">
                          <a:solidFill>
                            <a:schemeClr val="lt1"/>
                          </a:solidFill>
                          <a:latin typeface="Varela Round"/>
                          <a:ea typeface="Varela Round"/>
                          <a:cs typeface="Varela Round"/>
                          <a:sym typeface="Varela Round"/>
                        </a:rPr>
                        <a:t>Modified during autoresearch?</a:t>
                      </a:r>
                      <a:endParaRPr b="1" sz="16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600">
                          <a:solidFill>
                            <a:schemeClr val="dk1"/>
                          </a:solidFill>
                          <a:latin typeface="Varela Round"/>
                          <a:ea typeface="Varela Round"/>
                          <a:cs typeface="Varela Round"/>
                          <a:sym typeface="Varela Round"/>
                        </a:rPr>
                        <a:t>prepare.py</a:t>
                      </a:r>
                      <a:endParaRPr b="1" sz="1600">
                        <a:solidFill>
                          <a:schemeClr val="dk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900">
                          <a:solidFill>
                            <a:schemeClr val="lt1"/>
                          </a:solidFill>
                          <a:latin typeface="Varela Round"/>
                          <a:ea typeface="Varela Round"/>
                          <a:cs typeface="Varela Round"/>
                          <a:sym typeface="Varela Round"/>
                        </a:rPr>
                        <a:t>Human</a:t>
                      </a:r>
                      <a:endParaRPr sz="19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900">
                          <a:solidFill>
                            <a:schemeClr val="lt1"/>
                          </a:solidFill>
                          <a:latin typeface="Varela Round"/>
                          <a:ea typeface="Varela Round"/>
                          <a:cs typeface="Varela Round"/>
                          <a:sym typeface="Varela Round"/>
                        </a:rPr>
                        <a:t>No — fixed, never touched</a:t>
                      </a:r>
                      <a:endParaRPr sz="19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600">
                          <a:solidFill>
                            <a:schemeClr val="dk1"/>
                          </a:solidFill>
                          <a:latin typeface="Varela Round"/>
                          <a:ea typeface="Varela Round"/>
                          <a:cs typeface="Varela Round"/>
                          <a:sym typeface="Varela Round"/>
                        </a:rPr>
                        <a:t>train.py</a:t>
                      </a:r>
                      <a:endParaRPr b="1" sz="1600">
                        <a:solidFill>
                          <a:schemeClr val="dk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900">
                          <a:solidFill>
                            <a:schemeClr val="lt1"/>
                          </a:solidFill>
                          <a:latin typeface="Varela Round"/>
                          <a:ea typeface="Varela Round"/>
                          <a:cs typeface="Varela Round"/>
                          <a:sym typeface="Varela Round"/>
                        </a:rPr>
                        <a:t>Human (initial version)</a:t>
                      </a:r>
                      <a:endParaRPr sz="19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900">
                          <a:solidFill>
                            <a:schemeClr val="lt1"/>
                          </a:solidFill>
                          <a:latin typeface="Varela Round"/>
                          <a:ea typeface="Varela Round"/>
                          <a:cs typeface="Varela Round"/>
                          <a:sym typeface="Varela Round"/>
                        </a:rPr>
                        <a:t>Yes — agent modifies this</a:t>
                      </a:r>
                      <a:endParaRPr sz="19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600">
                          <a:solidFill>
                            <a:schemeClr val="dk1"/>
                          </a:solidFill>
                          <a:latin typeface="Varela Round"/>
                          <a:ea typeface="Varela Round"/>
                          <a:cs typeface="Varela Round"/>
                          <a:sym typeface="Varela Round"/>
                        </a:rPr>
                        <a:t>program.md</a:t>
                      </a:r>
                      <a:endParaRPr b="1" sz="1600">
                        <a:solidFill>
                          <a:schemeClr val="dk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900">
                          <a:solidFill>
                            <a:schemeClr val="lt1"/>
                          </a:solidFill>
                          <a:latin typeface="Varela Round"/>
                          <a:ea typeface="Varela Round"/>
                          <a:cs typeface="Varela Round"/>
                          <a:sym typeface="Varela Round"/>
                        </a:rPr>
                        <a:t>Human</a:t>
                      </a:r>
                      <a:endParaRPr sz="19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900">
                          <a:solidFill>
                            <a:schemeClr val="lt1"/>
                          </a:solidFill>
                          <a:latin typeface="Varela Round"/>
                          <a:ea typeface="Varela Round"/>
                          <a:cs typeface="Varela Round"/>
                          <a:sym typeface="Varela Round"/>
                        </a:rPr>
                        <a:t>No — instructions for the agent</a:t>
                      </a:r>
                      <a:endParaRPr sz="19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6"/>
          <p:cNvSpPr txBox="1"/>
          <p:nvPr>
            <p:ph type="title"/>
          </p:nvPr>
        </p:nvSpPr>
        <p:spPr>
          <a:xfrm>
            <a:off x="1332600" y="733725"/>
            <a:ext cx="67059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Key constraint: 5 min training budget </a:t>
            </a:r>
            <a:endParaRPr/>
          </a:p>
        </p:txBody>
      </p:sp>
      <p:sp>
        <p:nvSpPr>
          <p:cNvPr id="282" name="Google Shape;282;p36"/>
          <p:cNvSpPr txBox="1"/>
          <p:nvPr/>
        </p:nvSpPr>
        <p:spPr>
          <a:xfrm>
            <a:off x="313775" y="1434350"/>
            <a:ext cx="5617800" cy="31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u="sng">
                <a:solidFill>
                  <a:schemeClr val="dk1"/>
                </a:solidFill>
                <a:latin typeface="Varela Round"/>
                <a:ea typeface="Varela Round"/>
                <a:cs typeface="Varela Round"/>
                <a:sym typeface="Varela Round"/>
              </a:rPr>
              <a:t>Problem</a:t>
            </a:r>
            <a:r>
              <a:rPr lang="en" sz="1800">
                <a:solidFill>
                  <a:schemeClr val="lt1"/>
                </a:solidFill>
                <a:latin typeface="Varela Round"/>
                <a:ea typeface="Varela Round"/>
                <a:cs typeface="Varela Round"/>
                <a:sym typeface="Varela Round"/>
              </a:rPr>
              <a:t>: How do you compare experiments fairly?</a:t>
            </a:r>
            <a:endParaRPr sz="1800">
              <a:solidFill>
                <a:schemeClr val="lt1"/>
              </a:solidFill>
              <a:latin typeface="Varela Round"/>
              <a:ea typeface="Varela Round"/>
              <a:cs typeface="Varela Round"/>
              <a:sym typeface="Varela Round"/>
            </a:endParaRPr>
          </a:p>
          <a:p>
            <a:pPr indent="-342900" lvl="0" marL="457200" rtl="0" algn="l">
              <a:spcBef>
                <a:spcPts val="0"/>
              </a:spcBef>
              <a:spcAft>
                <a:spcPts val="0"/>
              </a:spcAft>
              <a:buClr>
                <a:schemeClr val="lt1"/>
              </a:buClr>
              <a:buSzPts val="1800"/>
              <a:buFont typeface="Varela Round"/>
              <a:buChar char="●"/>
            </a:pPr>
            <a:r>
              <a:rPr lang="en" sz="1800">
                <a:solidFill>
                  <a:schemeClr val="lt1"/>
                </a:solidFill>
                <a:latin typeface="Varela Round"/>
                <a:ea typeface="Varela Round"/>
                <a:cs typeface="Varela Round"/>
                <a:sym typeface="Varela Round"/>
              </a:rPr>
              <a:t>tiny model → trains fast, may underperform</a:t>
            </a:r>
            <a:endParaRPr sz="1800">
              <a:solidFill>
                <a:schemeClr val="lt1"/>
              </a:solidFill>
              <a:latin typeface="Varela Round"/>
              <a:ea typeface="Varela Round"/>
              <a:cs typeface="Varela Round"/>
              <a:sym typeface="Varela Round"/>
            </a:endParaRPr>
          </a:p>
          <a:p>
            <a:pPr indent="-342900" lvl="0" marL="457200" rtl="0" algn="l">
              <a:spcBef>
                <a:spcPts val="0"/>
              </a:spcBef>
              <a:spcAft>
                <a:spcPts val="0"/>
              </a:spcAft>
              <a:buClr>
                <a:schemeClr val="lt1"/>
              </a:buClr>
              <a:buSzPts val="1800"/>
              <a:buFont typeface="Varela Round"/>
              <a:buChar char="●"/>
            </a:pPr>
            <a:r>
              <a:rPr lang="en" sz="1800">
                <a:solidFill>
                  <a:schemeClr val="lt1"/>
                </a:solidFill>
                <a:latin typeface="Varela Round"/>
                <a:ea typeface="Varela Round"/>
                <a:cs typeface="Varela Round"/>
                <a:sym typeface="Varela Round"/>
              </a:rPr>
              <a:t>huge model → trains slow, may be stronger</a:t>
            </a:r>
            <a:endParaRPr sz="1800">
              <a:solidFill>
                <a:schemeClr val="lt1"/>
              </a:solidFill>
              <a:latin typeface="Varela Round"/>
              <a:ea typeface="Varela Round"/>
              <a:cs typeface="Varela Round"/>
              <a:sym typeface="Varela Round"/>
            </a:endParaRPr>
          </a:p>
          <a:p>
            <a:pPr indent="0" lvl="0" marL="0" rtl="0" algn="l">
              <a:spcBef>
                <a:spcPts val="0"/>
              </a:spcBef>
              <a:spcAft>
                <a:spcPts val="0"/>
              </a:spcAft>
              <a:buNone/>
            </a:pPr>
            <a:r>
              <a:t/>
            </a:r>
            <a:endParaRPr sz="1800">
              <a:solidFill>
                <a:schemeClr val="lt1"/>
              </a:solidFill>
              <a:latin typeface="Varela Round"/>
              <a:ea typeface="Varela Round"/>
              <a:cs typeface="Varela Round"/>
              <a:sym typeface="Varela Round"/>
            </a:endParaRPr>
          </a:p>
          <a:p>
            <a:pPr indent="0" lvl="0" marL="0" rtl="0" algn="l">
              <a:spcBef>
                <a:spcPts val="0"/>
              </a:spcBef>
              <a:spcAft>
                <a:spcPts val="0"/>
              </a:spcAft>
              <a:buNone/>
            </a:pPr>
            <a:r>
              <a:rPr b="1" lang="en" sz="1800" u="sng">
                <a:solidFill>
                  <a:schemeClr val="dk1"/>
                </a:solidFill>
                <a:latin typeface="Varela Round"/>
                <a:ea typeface="Varela Round"/>
                <a:cs typeface="Varela Round"/>
                <a:sym typeface="Varela Round"/>
              </a:rPr>
              <a:t>Solution</a:t>
            </a:r>
            <a:r>
              <a:rPr lang="en" sz="1800">
                <a:solidFill>
                  <a:schemeClr val="lt1"/>
                </a:solidFill>
                <a:latin typeface="Varela Round"/>
                <a:ea typeface="Varela Round"/>
                <a:cs typeface="Varela Round"/>
                <a:sym typeface="Varela Round"/>
              </a:rPr>
              <a:t>: Cap every experiment at exactly 5 minutes </a:t>
            </a:r>
            <a:endParaRPr sz="1800">
              <a:solidFill>
                <a:schemeClr val="lt1"/>
              </a:solidFill>
              <a:latin typeface="Varela Round"/>
              <a:ea typeface="Varela Round"/>
              <a:cs typeface="Varela Round"/>
              <a:sym typeface="Varela Round"/>
            </a:endParaRPr>
          </a:p>
          <a:p>
            <a:pPr indent="-342900" lvl="0" marL="457200" rtl="0" algn="l">
              <a:spcBef>
                <a:spcPts val="0"/>
              </a:spcBef>
              <a:spcAft>
                <a:spcPts val="0"/>
              </a:spcAft>
              <a:buClr>
                <a:schemeClr val="lt1"/>
              </a:buClr>
              <a:buSzPts val="1800"/>
              <a:buFont typeface="Varela Round"/>
              <a:buChar char="●"/>
            </a:pPr>
            <a:r>
              <a:rPr lang="en" sz="1800">
                <a:solidFill>
                  <a:schemeClr val="lt1"/>
                </a:solidFill>
                <a:latin typeface="Varela Round"/>
                <a:ea typeface="Varela Round"/>
                <a:cs typeface="Varela Round"/>
                <a:sym typeface="Varela Round"/>
              </a:rPr>
              <a:t>Apples-to-apples comparison across any changes </a:t>
            </a:r>
            <a:endParaRPr sz="1800">
              <a:solidFill>
                <a:schemeClr val="lt1"/>
              </a:solidFill>
              <a:latin typeface="Varela Round"/>
              <a:ea typeface="Varela Round"/>
              <a:cs typeface="Varela Round"/>
              <a:sym typeface="Varela Round"/>
            </a:endParaRPr>
          </a:p>
          <a:p>
            <a:pPr indent="-342900" lvl="0" marL="457200" rtl="0" algn="l">
              <a:spcBef>
                <a:spcPts val="0"/>
              </a:spcBef>
              <a:spcAft>
                <a:spcPts val="0"/>
              </a:spcAft>
              <a:buClr>
                <a:schemeClr val="lt1"/>
              </a:buClr>
              <a:buSzPts val="1800"/>
              <a:buFont typeface="Varela Round"/>
              <a:buChar char="●"/>
            </a:pPr>
            <a:r>
              <a:rPr lang="en" sz="1800">
                <a:solidFill>
                  <a:schemeClr val="lt1"/>
                </a:solidFill>
                <a:latin typeface="Varela Round"/>
                <a:ea typeface="Varela Round"/>
                <a:cs typeface="Varela Round"/>
                <a:sym typeface="Varela Round"/>
              </a:rPr>
              <a:t>"What's the best model you can train in 5 minutes?"</a:t>
            </a:r>
            <a:endParaRPr sz="1800">
              <a:solidFill>
                <a:schemeClr val="lt1"/>
              </a:solidFill>
              <a:latin typeface="Varela Round"/>
              <a:ea typeface="Varela Round"/>
              <a:cs typeface="Varela Round"/>
              <a:sym typeface="Varela Round"/>
            </a:endParaRPr>
          </a:p>
          <a:p>
            <a:pPr indent="-342900" lvl="0" marL="457200" rtl="0" algn="l">
              <a:spcBef>
                <a:spcPts val="0"/>
              </a:spcBef>
              <a:spcAft>
                <a:spcPts val="0"/>
              </a:spcAft>
              <a:buClr>
                <a:schemeClr val="lt1"/>
              </a:buClr>
              <a:buSzPts val="1800"/>
              <a:buFont typeface="Varela Round"/>
              <a:buChar char="●"/>
            </a:pPr>
            <a:r>
              <a:rPr lang="en" sz="1800">
                <a:solidFill>
                  <a:schemeClr val="lt1"/>
                </a:solidFill>
                <a:latin typeface="Varela Round"/>
                <a:ea typeface="Varela Round"/>
                <a:cs typeface="Varela Round"/>
                <a:sym typeface="Varela Round"/>
              </a:rPr>
              <a:t>Incentivizes efficiency</a:t>
            </a:r>
            <a:endParaRPr sz="1500">
              <a:solidFill>
                <a:schemeClr val="lt1"/>
              </a:solidFill>
              <a:latin typeface="Varela Round"/>
              <a:ea typeface="Varela Round"/>
              <a:cs typeface="Varela Round"/>
              <a:sym typeface="Varela Round"/>
            </a:endParaRPr>
          </a:p>
          <a:p>
            <a:pPr indent="0" lvl="0" marL="0" rtl="0" algn="l">
              <a:spcBef>
                <a:spcPts val="0"/>
              </a:spcBef>
              <a:spcAft>
                <a:spcPts val="0"/>
              </a:spcAft>
              <a:buNone/>
            </a:pPr>
            <a:r>
              <a:t/>
            </a:r>
            <a:endParaRPr sz="1500">
              <a:solidFill>
                <a:schemeClr val="lt1"/>
              </a:solidFill>
              <a:latin typeface="Varela Round"/>
              <a:ea typeface="Varela Round"/>
              <a:cs typeface="Varela Round"/>
              <a:sym typeface="Varela Round"/>
            </a:endParaRPr>
          </a:p>
        </p:txBody>
      </p:sp>
      <p:sp>
        <p:nvSpPr>
          <p:cNvPr id="283" name="Google Shape;283;p36"/>
          <p:cNvSpPr txBox="1"/>
          <p:nvPr/>
        </p:nvSpPr>
        <p:spPr>
          <a:xfrm>
            <a:off x="6185650" y="1807875"/>
            <a:ext cx="2166600" cy="23457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l">
              <a:spcBef>
                <a:spcPts val="0"/>
              </a:spcBef>
              <a:spcAft>
                <a:spcPts val="0"/>
              </a:spcAft>
              <a:buClr>
                <a:schemeClr val="accent1"/>
              </a:buClr>
              <a:buSzPts val="1800"/>
              <a:buFont typeface="Varela Round"/>
              <a:buChar char="●"/>
            </a:pPr>
            <a:r>
              <a:rPr lang="en" sz="1800">
                <a:solidFill>
                  <a:schemeClr val="accent1"/>
                </a:solidFill>
                <a:latin typeface="Varela Round"/>
                <a:ea typeface="Varela Round"/>
                <a:cs typeface="Varela Round"/>
                <a:sym typeface="Varela Round"/>
              </a:rPr>
              <a:t>~12</a:t>
            </a:r>
            <a:r>
              <a:rPr lang="en" sz="1800">
                <a:solidFill>
                  <a:schemeClr val="lt1"/>
                </a:solidFill>
                <a:latin typeface="Varela Round"/>
                <a:ea typeface="Varela Round"/>
                <a:cs typeface="Varela Round"/>
                <a:sym typeface="Varela Round"/>
              </a:rPr>
              <a:t> exp/hr</a:t>
            </a:r>
            <a:endParaRPr sz="1800">
              <a:solidFill>
                <a:schemeClr val="lt1"/>
              </a:solidFill>
              <a:latin typeface="Varela Round"/>
              <a:ea typeface="Varela Round"/>
              <a:cs typeface="Varela Round"/>
              <a:sym typeface="Varela Round"/>
            </a:endParaRPr>
          </a:p>
          <a:p>
            <a:pPr indent="-342900" lvl="0" marL="457200" rtl="0" algn="l">
              <a:spcBef>
                <a:spcPts val="0"/>
              </a:spcBef>
              <a:spcAft>
                <a:spcPts val="0"/>
              </a:spcAft>
              <a:buClr>
                <a:schemeClr val="accent1"/>
              </a:buClr>
              <a:buSzPts val="1800"/>
              <a:buFont typeface="Varela Round"/>
              <a:buChar char="●"/>
            </a:pPr>
            <a:r>
              <a:rPr lang="en" sz="1800">
                <a:solidFill>
                  <a:schemeClr val="accent1"/>
                </a:solidFill>
                <a:latin typeface="Varela Round"/>
                <a:ea typeface="Varela Round"/>
                <a:cs typeface="Varela Round"/>
                <a:sym typeface="Varela Round"/>
              </a:rPr>
              <a:t>~100+ </a:t>
            </a:r>
            <a:r>
              <a:rPr lang="en" sz="1800">
                <a:solidFill>
                  <a:schemeClr val="lt1"/>
                </a:solidFill>
                <a:latin typeface="Varela Round"/>
                <a:ea typeface="Varela Round"/>
                <a:cs typeface="Varela Round"/>
                <a:sym typeface="Varela Round"/>
              </a:rPr>
              <a:t>exp overnight</a:t>
            </a:r>
            <a:endParaRPr sz="1800">
              <a:solidFill>
                <a:schemeClr val="lt1"/>
              </a:solidFill>
              <a:latin typeface="Varela Round"/>
              <a:ea typeface="Varela Round"/>
              <a:cs typeface="Varela Round"/>
              <a:sym typeface="Varela Round"/>
            </a:endParaRPr>
          </a:p>
          <a:p>
            <a:pPr indent="-342900" lvl="0" marL="457200" rtl="0" algn="l">
              <a:spcBef>
                <a:spcPts val="0"/>
              </a:spcBef>
              <a:spcAft>
                <a:spcPts val="0"/>
              </a:spcAft>
              <a:buClr>
                <a:schemeClr val="accent1"/>
              </a:buClr>
              <a:buSzPts val="1800"/>
              <a:buFont typeface="Varela Round"/>
              <a:buChar char="●"/>
            </a:pPr>
            <a:r>
              <a:rPr lang="en" sz="1800">
                <a:solidFill>
                  <a:schemeClr val="lt1"/>
                </a:solidFill>
                <a:latin typeface="Varela Round"/>
                <a:ea typeface="Varela Round"/>
                <a:cs typeface="Varela Round"/>
                <a:sym typeface="Varela Round"/>
              </a:rPr>
              <a:t>Results optimized for your specific hardware</a:t>
            </a:r>
            <a:endParaRPr sz="1800">
              <a:solidFill>
                <a:schemeClr val="lt1"/>
              </a:solidFill>
              <a:latin typeface="Varela Round"/>
              <a:ea typeface="Varela Round"/>
              <a:cs typeface="Varela Round"/>
              <a:sym typeface="Varela Rou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7"/>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Key Metric: val_bpb</a:t>
            </a:r>
            <a:endParaRPr/>
          </a:p>
        </p:txBody>
      </p:sp>
      <p:sp>
        <p:nvSpPr>
          <p:cNvPr id="289" name="Google Shape;289;p37"/>
          <p:cNvSpPr txBox="1"/>
          <p:nvPr/>
        </p:nvSpPr>
        <p:spPr>
          <a:xfrm>
            <a:off x="312300" y="1253375"/>
            <a:ext cx="7603500" cy="34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Varela Round"/>
                <a:ea typeface="Varela Round"/>
                <a:cs typeface="Varela Round"/>
                <a:sym typeface="Varela Round"/>
              </a:rPr>
              <a:t>Task: Predicts the next word given previous words</a:t>
            </a:r>
            <a:endParaRPr sz="1800">
              <a:solidFill>
                <a:schemeClr val="lt1"/>
              </a:solidFill>
              <a:latin typeface="Varela Round"/>
              <a:ea typeface="Varela Round"/>
              <a:cs typeface="Varela Round"/>
              <a:sym typeface="Varela Round"/>
            </a:endParaRPr>
          </a:p>
          <a:p>
            <a:pPr indent="0" lvl="0" marL="0" rtl="0" algn="l">
              <a:spcBef>
                <a:spcPts val="0"/>
              </a:spcBef>
              <a:spcAft>
                <a:spcPts val="0"/>
              </a:spcAft>
              <a:buNone/>
            </a:pPr>
            <a:r>
              <a:t/>
            </a:r>
            <a:endParaRPr sz="1800">
              <a:solidFill>
                <a:schemeClr val="lt1"/>
              </a:solidFill>
              <a:latin typeface="Varela Round"/>
              <a:ea typeface="Varela Round"/>
              <a:cs typeface="Varela Round"/>
              <a:sym typeface="Varela Round"/>
            </a:endParaRPr>
          </a:p>
          <a:p>
            <a:pPr indent="-342900" lvl="0" marL="457200" rtl="0" algn="l">
              <a:spcBef>
                <a:spcPts val="0"/>
              </a:spcBef>
              <a:spcAft>
                <a:spcPts val="0"/>
              </a:spcAft>
              <a:buClr>
                <a:schemeClr val="dk1"/>
              </a:buClr>
              <a:buSzPts val="1800"/>
              <a:buFont typeface="Varela Round"/>
              <a:buChar char="●"/>
            </a:pPr>
            <a:r>
              <a:rPr lang="en" sz="1800">
                <a:solidFill>
                  <a:schemeClr val="lt1"/>
                </a:solidFill>
                <a:latin typeface="Varela Round"/>
                <a:ea typeface="Varela Round"/>
                <a:cs typeface="Varela Round"/>
                <a:sym typeface="Varela Round"/>
              </a:rPr>
              <a:t>Hold out a validation set (text the model never trained on)</a:t>
            </a:r>
            <a:endParaRPr sz="1800">
              <a:solidFill>
                <a:schemeClr val="lt1"/>
              </a:solidFill>
              <a:latin typeface="Varela Round"/>
              <a:ea typeface="Varela Round"/>
              <a:cs typeface="Varela Round"/>
              <a:sym typeface="Varela Round"/>
            </a:endParaRPr>
          </a:p>
          <a:p>
            <a:pPr indent="-342900" lvl="0" marL="457200" rtl="0" algn="l">
              <a:spcBef>
                <a:spcPts val="0"/>
              </a:spcBef>
              <a:spcAft>
                <a:spcPts val="0"/>
              </a:spcAft>
              <a:buClr>
                <a:schemeClr val="dk1"/>
              </a:buClr>
              <a:buSzPts val="1800"/>
              <a:buFont typeface="Varela Round"/>
              <a:buChar char="●"/>
            </a:pPr>
            <a:r>
              <a:rPr lang="en" sz="1800">
                <a:solidFill>
                  <a:schemeClr val="lt1"/>
                </a:solidFill>
                <a:latin typeface="Varela Round"/>
                <a:ea typeface="Varela Round"/>
                <a:cs typeface="Varela Round"/>
                <a:sym typeface="Varela Round"/>
              </a:rPr>
              <a:t>Check: what prob did the model give to the actual next word?</a:t>
            </a:r>
            <a:endParaRPr sz="1800">
              <a:solidFill>
                <a:schemeClr val="lt1"/>
              </a:solidFill>
              <a:latin typeface="Varela Round"/>
              <a:ea typeface="Varela Round"/>
              <a:cs typeface="Varela Round"/>
              <a:sym typeface="Varela Round"/>
            </a:endParaRPr>
          </a:p>
          <a:p>
            <a:pPr indent="-342900" lvl="0" marL="457200" rtl="0" algn="l">
              <a:spcBef>
                <a:spcPts val="0"/>
              </a:spcBef>
              <a:spcAft>
                <a:spcPts val="0"/>
              </a:spcAft>
              <a:buClr>
                <a:schemeClr val="dk1"/>
              </a:buClr>
              <a:buSzPts val="1800"/>
              <a:buFont typeface="Varela Round"/>
              <a:buChar char="●"/>
            </a:pPr>
            <a:r>
              <a:rPr lang="en" sz="1800">
                <a:solidFill>
                  <a:schemeClr val="lt1"/>
                </a:solidFill>
                <a:latin typeface="Varela Round"/>
                <a:ea typeface="Varela Round"/>
                <a:cs typeface="Varela Round"/>
                <a:sym typeface="Varela Round"/>
              </a:rPr>
              <a:t>Higher confidence in correct answer = better model</a:t>
            </a:r>
            <a:endParaRPr sz="1800">
              <a:solidFill>
                <a:schemeClr val="lt1"/>
              </a:solidFill>
              <a:latin typeface="Varela Round"/>
              <a:ea typeface="Varela Round"/>
              <a:cs typeface="Varela Round"/>
              <a:sym typeface="Varela Round"/>
            </a:endParaRPr>
          </a:p>
          <a:p>
            <a:pPr indent="-342900" lvl="0" marL="457200" rtl="0" algn="l">
              <a:spcBef>
                <a:spcPts val="0"/>
              </a:spcBef>
              <a:spcAft>
                <a:spcPts val="0"/>
              </a:spcAft>
              <a:buClr>
                <a:schemeClr val="dk1"/>
              </a:buClr>
              <a:buSzPts val="1800"/>
              <a:buFont typeface="Varela Round"/>
              <a:buChar char="●"/>
            </a:pPr>
            <a:r>
              <a:rPr lang="en" sz="1800">
                <a:solidFill>
                  <a:schemeClr val="lt1"/>
                </a:solidFill>
                <a:latin typeface="Varela Round"/>
                <a:ea typeface="Varela Round"/>
                <a:cs typeface="Varela Round"/>
                <a:sym typeface="Varela Round"/>
              </a:rPr>
              <a:t>Convert probability → bits using information theory</a:t>
            </a:r>
            <a:endParaRPr sz="1800">
              <a:solidFill>
                <a:schemeClr val="lt1"/>
              </a:solidFill>
              <a:latin typeface="Varela Round"/>
              <a:ea typeface="Varela Round"/>
              <a:cs typeface="Varela Round"/>
              <a:sym typeface="Varela Round"/>
            </a:endParaRPr>
          </a:p>
          <a:p>
            <a:pPr indent="0" lvl="0" marL="0" rtl="0" algn="l">
              <a:spcBef>
                <a:spcPts val="0"/>
              </a:spcBef>
              <a:spcAft>
                <a:spcPts val="0"/>
              </a:spcAft>
              <a:buNone/>
            </a:pPr>
            <a:r>
              <a:t/>
            </a:r>
            <a:endParaRPr sz="1800">
              <a:solidFill>
                <a:schemeClr val="lt1"/>
              </a:solidFill>
              <a:latin typeface="Varela Round"/>
              <a:ea typeface="Varela Round"/>
              <a:cs typeface="Varela Round"/>
              <a:sym typeface="Varela Round"/>
            </a:endParaRPr>
          </a:p>
          <a:p>
            <a:pPr indent="0" lvl="0" marL="0" rtl="0" algn="l">
              <a:spcBef>
                <a:spcPts val="0"/>
              </a:spcBef>
              <a:spcAft>
                <a:spcPts val="0"/>
              </a:spcAft>
              <a:buNone/>
            </a:pPr>
            <a:r>
              <a:rPr lang="en" sz="1800">
                <a:solidFill>
                  <a:schemeClr val="lt1"/>
                </a:solidFill>
                <a:latin typeface="Varela Round"/>
                <a:ea typeface="Varela Round"/>
                <a:cs typeface="Varela Round"/>
                <a:sym typeface="Varela Round"/>
              </a:rPr>
              <a:t>"The cat sat on the ___" </a:t>
            </a:r>
            <a:endParaRPr sz="1800">
              <a:solidFill>
                <a:schemeClr val="lt1"/>
              </a:solidFill>
              <a:latin typeface="Varela Round"/>
              <a:ea typeface="Varela Round"/>
              <a:cs typeface="Varela Round"/>
              <a:sym typeface="Varela Round"/>
            </a:endParaRPr>
          </a:p>
          <a:p>
            <a:pPr indent="0" lvl="0" marL="0" rtl="0" algn="l">
              <a:spcBef>
                <a:spcPts val="0"/>
              </a:spcBef>
              <a:spcAft>
                <a:spcPts val="0"/>
              </a:spcAft>
              <a:buNone/>
            </a:pPr>
            <a:r>
              <a:rPr lang="en" sz="1800">
                <a:solidFill>
                  <a:schemeClr val="lt1"/>
                </a:solidFill>
                <a:latin typeface="Varela Round"/>
                <a:ea typeface="Varela Round"/>
                <a:cs typeface="Varela Round"/>
                <a:sym typeface="Varela Round"/>
              </a:rPr>
              <a:t>→ </a:t>
            </a:r>
            <a:endParaRPr sz="1800">
              <a:solidFill>
                <a:schemeClr val="lt1"/>
              </a:solidFill>
              <a:latin typeface="Varela Round"/>
              <a:ea typeface="Varela Round"/>
              <a:cs typeface="Varela Round"/>
              <a:sym typeface="Varela Round"/>
            </a:endParaRPr>
          </a:p>
          <a:p>
            <a:pPr indent="0" lvl="0" marL="0" rtl="0" algn="l">
              <a:spcBef>
                <a:spcPts val="0"/>
              </a:spcBef>
              <a:spcAft>
                <a:spcPts val="0"/>
              </a:spcAft>
              <a:buNone/>
            </a:pPr>
            <a:r>
              <a:rPr lang="en" sz="1800">
                <a:solidFill>
                  <a:schemeClr val="lt1"/>
                </a:solidFill>
                <a:latin typeface="Varela Round"/>
                <a:ea typeface="Varela Round"/>
                <a:cs typeface="Varela Round"/>
                <a:sym typeface="Varela Round"/>
              </a:rPr>
              <a:t>model assigns probs to every </a:t>
            </a:r>
            <a:endParaRPr sz="1800">
              <a:solidFill>
                <a:schemeClr val="lt1"/>
              </a:solidFill>
              <a:latin typeface="Varela Round"/>
              <a:ea typeface="Varela Round"/>
              <a:cs typeface="Varela Round"/>
              <a:sym typeface="Varela Round"/>
            </a:endParaRPr>
          </a:p>
          <a:p>
            <a:pPr indent="0" lvl="0" marL="0" rtl="0" algn="l">
              <a:spcBef>
                <a:spcPts val="0"/>
              </a:spcBef>
              <a:spcAft>
                <a:spcPts val="0"/>
              </a:spcAft>
              <a:buNone/>
            </a:pPr>
            <a:r>
              <a:rPr lang="en" sz="1800">
                <a:solidFill>
                  <a:schemeClr val="lt1"/>
                </a:solidFill>
                <a:latin typeface="Varela Round"/>
                <a:ea typeface="Varela Round"/>
                <a:cs typeface="Varela Round"/>
                <a:sym typeface="Varela Round"/>
              </a:rPr>
              <a:t>possible next word</a:t>
            </a:r>
            <a:endParaRPr sz="1800">
              <a:solidFill>
                <a:schemeClr val="lt1"/>
              </a:solidFill>
              <a:latin typeface="Varela Round"/>
              <a:ea typeface="Varela Round"/>
              <a:cs typeface="Varela Round"/>
              <a:sym typeface="Varela Round"/>
            </a:endParaRPr>
          </a:p>
        </p:txBody>
      </p:sp>
      <p:graphicFrame>
        <p:nvGraphicFramePr>
          <p:cNvPr id="290" name="Google Shape;290;p37"/>
          <p:cNvGraphicFramePr/>
          <p:nvPr/>
        </p:nvGraphicFramePr>
        <p:xfrm>
          <a:off x="3749075" y="3243500"/>
          <a:ext cx="3000000" cy="3000000"/>
        </p:xfrm>
        <a:graphic>
          <a:graphicData uri="http://schemas.openxmlformats.org/drawingml/2006/table">
            <a:tbl>
              <a:tblPr>
                <a:noFill/>
                <a:tableStyleId>{0B76813E-0FE0-4213-A106-259ECF005FA4}</a:tableStyleId>
              </a:tblPr>
              <a:tblGrid>
                <a:gridCol w="2020925"/>
                <a:gridCol w="1102925"/>
              </a:tblGrid>
              <a:tr h="415550">
                <a:tc>
                  <a:txBody>
                    <a:bodyPr/>
                    <a:lstStyle/>
                    <a:p>
                      <a:pPr indent="0" lvl="0" marL="0" rtl="0" algn="ctr">
                        <a:lnSpc>
                          <a:spcPct val="115000"/>
                        </a:lnSpc>
                        <a:spcBef>
                          <a:spcPts val="0"/>
                        </a:spcBef>
                        <a:spcAft>
                          <a:spcPts val="0"/>
                        </a:spcAft>
                        <a:buNone/>
                      </a:pPr>
                      <a:r>
                        <a:rPr b="1" lang="en">
                          <a:solidFill>
                            <a:schemeClr val="lt1"/>
                          </a:solidFill>
                          <a:latin typeface="Varela Round"/>
                          <a:ea typeface="Varela Round"/>
                          <a:cs typeface="Varela Round"/>
                          <a:sym typeface="Varela Round"/>
                        </a:rPr>
                        <a:t>Confidence</a:t>
                      </a:r>
                      <a:endParaRPr b="1">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solidFill>
                            <a:schemeClr val="lt1"/>
                          </a:solidFill>
                          <a:latin typeface="Varela Round"/>
                          <a:ea typeface="Varela Round"/>
                          <a:cs typeface="Varela Round"/>
                          <a:sym typeface="Varela Round"/>
                        </a:rPr>
                        <a:t>Bits</a:t>
                      </a:r>
                      <a:endParaRPr b="1">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700">
                          <a:solidFill>
                            <a:schemeClr val="lt1"/>
                          </a:solidFill>
                          <a:latin typeface="Varela Round"/>
                          <a:ea typeface="Varela Round"/>
                          <a:cs typeface="Varela Round"/>
                          <a:sym typeface="Varela Round"/>
                        </a:rPr>
                        <a:t>100%</a:t>
                      </a:r>
                      <a:endParaRPr sz="17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700">
                          <a:solidFill>
                            <a:schemeClr val="lt1"/>
                          </a:solidFill>
                          <a:latin typeface="Varela Round"/>
                          <a:ea typeface="Varela Round"/>
                          <a:cs typeface="Varela Round"/>
                          <a:sym typeface="Varela Round"/>
                        </a:rPr>
                        <a:t>0 </a:t>
                      </a:r>
                      <a:endParaRPr sz="17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700">
                          <a:solidFill>
                            <a:schemeClr val="lt1"/>
                          </a:solidFill>
                          <a:latin typeface="Varela Round"/>
                          <a:ea typeface="Varela Round"/>
                          <a:cs typeface="Varela Round"/>
                          <a:sym typeface="Varela Round"/>
                        </a:rPr>
                        <a:t>50%</a:t>
                      </a:r>
                      <a:endParaRPr sz="17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700">
                          <a:solidFill>
                            <a:schemeClr val="lt1"/>
                          </a:solidFill>
                          <a:latin typeface="Varela Round"/>
                          <a:ea typeface="Varela Round"/>
                          <a:cs typeface="Varela Round"/>
                          <a:sym typeface="Varela Round"/>
                        </a:rPr>
                        <a:t>1</a:t>
                      </a:r>
                      <a:endParaRPr sz="17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700">
                          <a:solidFill>
                            <a:schemeClr val="lt1"/>
                          </a:solidFill>
                          <a:latin typeface="Varela Round"/>
                          <a:ea typeface="Varela Round"/>
                          <a:cs typeface="Varela Round"/>
                          <a:sym typeface="Varela Round"/>
                        </a:rPr>
                        <a:t>1%</a:t>
                      </a:r>
                      <a:endParaRPr sz="17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700">
                          <a:solidFill>
                            <a:schemeClr val="lt1"/>
                          </a:solidFill>
                          <a:latin typeface="Varela Round"/>
                          <a:ea typeface="Varela Round"/>
                          <a:cs typeface="Varela Round"/>
                          <a:sym typeface="Varela Round"/>
                        </a:rPr>
                        <a:t>6.6</a:t>
                      </a:r>
                      <a:endParaRPr sz="1700">
                        <a:solidFill>
                          <a:schemeClr val="lt1"/>
                        </a:solidFill>
                        <a:latin typeface="Varela Round"/>
                        <a:ea typeface="Varela Round"/>
                        <a:cs typeface="Varela Round"/>
                        <a:sym typeface="Varela Rou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91" name="Google Shape;291;p37"/>
          <p:cNvSpPr txBox="1"/>
          <p:nvPr/>
        </p:nvSpPr>
        <p:spPr>
          <a:xfrm>
            <a:off x="7097050" y="3750225"/>
            <a:ext cx="1957200" cy="18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Audiowide"/>
                <a:ea typeface="Audiowide"/>
                <a:cs typeface="Audiowide"/>
                <a:sym typeface="Audiowide"/>
              </a:rPr>
              <a:t>Lower bits = better predictions</a:t>
            </a:r>
            <a:endParaRPr sz="2100">
              <a:solidFill>
                <a:schemeClr val="dk1"/>
              </a:solidFill>
              <a:latin typeface="Audiowide"/>
              <a:ea typeface="Audiowide"/>
              <a:cs typeface="Audiowide"/>
              <a:sym typeface="Audiowid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Results</a:t>
            </a:r>
            <a:endParaRPr/>
          </a:p>
        </p:txBody>
      </p:sp>
      <p:sp>
        <p:nvSpPr>
          <p:cNvPr id="297" name="Google Shape;297;p38"/>
          <p:cNvSpPr txBox="1"/>
          <p:nvPr/>
        </p:nvSpPr>
        <p:spPr>
          <a:xfrm>
            <a:off x="480925" y="1259875"/>
            <a:ext cx="8065500" cy="3509400"/>
          </a:xfrm>
          <a:prstGeom prst="rect">
            <a:avLst/>
          </a:prstGeom>
          <a:noFill/>
          <a:ln>
            <a:noFill/>
          </a:ln>
        </p:spPr>
        <p:txBody>
          <a:bodyPr anchorCtr="0" anchor="t" bIns="91425" lIns="91425" spcFirstLastPara="1" rIns="91425" wrap="square" tIns="91425">
            <a:spAutoFit/>
          </a:bodyPr>
          <a:lstStyle/>
          <a:p>
            <a:pPr indent="-381000" lvl="0" marL="457200" rtl="0" algn="l">
              <a:lnSpc>
                <a:spcPct val="100000"/>
              </a:lnSpc>
              <a:spcBef>
                <a:spcPts val="0"/>
              </a:spcBef>
              <a:spcAft>
                <a:spcPts val="0"/>
              </a:spcAft>
              <a:buClr>
                <a:schemeClr val="dk1"/>
              </a:buClr>
              <a:buSzPts val="2400"/>
              <a:buFont typeface="Varela Round"/>
              <a:buChar char="●"/>
            </a:pPr>
            <a:r>
              <a:rPr b="1" lang="en" sz="2400">
                <a:solidFill>
                  <a:schemeClr val="accent2"/>
                </a:solidFill>
                <a:latin typeface="Varela Round"/>
                <a:ea typeface="Varela Round"/>
                <a:cs typeface="Varela Round"/>
                <a:sym typeface="Varela Round"/>
              </a:rPr>
              <a:t>Overnight run:</a:t>
            </a:r>
            <a:r>
              <a:rPr lang="en" sz="2400">
                <a:solidFill>
                  <a:schemeClr val="accent2"/>
                </a:solidFill>
                <a:latin typeface="Varela Round"/>
                <a:ea typeface="Varela Round"/>
                <a:cs typeface="Varela Round"/>
                <a:sym typeface="Varela Round"/>
              </a:rPr>
              <a:t> 126 experiments, loss dropped from 0.9979 → 0.9697</a:t>
            </a:r>
            <a:endParaRPr sz="2400">
              <a:solidFill>
                <a:schemeClr val="accent2"/>
              </a:solidFill>
              <a:latin typeface="Varela Round"/>
              <a:ea typeface="Varela Round"/>
              <a:cs typeface="Varela Round"/>
              <a:sym typeface="Varela Round"/>
            </a:endParaRPr>
          </a:p>
          <a:p>
            <a:pPr indent="-381000" lvl="0" marL="457200" rtl="0" algn="l">
              <a:lnSpc>
                <a:spcPct val="100000"/>
              </a:lnSpc>
              <a:spcBef>
                <a:spcPts val="0"/>
              </a:spcBef>
              <a:spcAft>
                <a:spcPts val="0"/>
              </a:spcAft>
              <a:buClr>
                <a:schemeClr val="dk1"/>
              </a:buClr>
              <a:buSzPts val="2400"/>
              <a:buFont typeface="Varela Round"/>
              <a:buChar char="●"/>
            </a:pPr>
            <a:r>
              <a:rPr lang="en" sz="2400">
                <a:solidFill>
                  <a:schemeClr val="accent2"/>
                </a:solidFill>
                <a:latin typeface="Varela Round"/>
                <a:ea typeface="Varela Round"/>
                <a:cs typeface="Varela Round"/>
                <a:sym typeface="Varela Round"/>
              </a:rPr>
              <a:t>Two-day run: ~700 autonomous changes</a:t>
            </a:r>
            <a:endParaRPr sz="2400">
              <a:solidFill>
                <a:schemeClr val="accent2"/>
              </a:solidFill>
              <a:latin typeface="Varela Round"/>
              <a:ea typeface="Varela Round"/>
              <a:cs typeface="Varela Round"/>
              <a:sym typeface="Varela Round"/>
            </a:endParaRPr>
          </a:p>
          <a:p>
            <a:pPr indent="-381000" lvl="0" marL="457200" rtl="0" algn="l">
              <a:lnSpc>
                <a:spcPct val="100000"/>
              </a:lnSpc>
              <a:spcBef>
                <a:spcPts val="0"/>
              </a:spcBef>
              <a:spcAft>
                <a:spcPts val="0"/>
              </a:spcAft>
              <a:buClr>
                <a:schemeClr val="dk1"/>
              </a:buClr>
              <a:buSzPts val="2400"/>
              <a:buFont typeface="Varela Round"/>
              <a:buChar char="●"/>
            </a:pPr>
            <a:r>
              <a:rPr lang="en" sz="2400">
                <a:solidFill>
                  <a:schemeClr val="accent2"/>
                </a:solidFill>
                <a:latin typeface="Varela Round"/>
                <a:ea typeface="Varela Round"/>
                <a:cs typeface="Varela Round"/>
                <a:sym typeface="Varela Round"/>
              </a:rPr>
              <a:t>Outcome: Found ~20 improvements that transferred to larger models</a:t>
            </a:r>
            <a:endParaRPr sz="2400">
              <a:solidFill>
                <a:schemeClr val="accent2"/>
              </a:solidFill>
              <a:latin typeface="Varela Round"/>
              <a:ea typeface="Varela Round"/>
              <a:cs typeface="Varela Round"/>
              <a:sym typeface="Varela Round"/>
            </a:endParaRPr>
          </a:p>
          <a:p>
            <a:pPr indent="-381000" lvl="0" marL="457200" rtl="0" algn="l">
              <a:lnSpc>
                <a:spcPct val="100000"/>
              </a:lnSpc>
              <a:spcBef>
                <a:spcPts val="0"/>
              </a:spcBef>
              <a:spcAft>
                <a:spcPts val="0"/>
              </a:spcAft>
              <a:buClr>
                <a:schemeClr val="dk1"/>
              </a:buClr>
              <a:buSzPts val="2400"/>
              <a:buFont typeface="Varela Round"/>
              <a:buChar char="●"/>
            </a:pPr>
            <a:r>
              <a:rPr lang="en" sz="2400">
                <a:solidFill>
                  <a:schemeClr val="accent2"/>
                </a:solidFill>
                <a:latin typeface="Varela Round"/>
                <a:ea typeface="Varela Round"/>
                <a:cs typeface="Varela Round"/>
                <a:sym typeface="Varela Round"/>
              </a:rPr>
              <a:t>Impact: 11% efficiency gain on "Time to GPT-2" benchmark</a:t>
            </a:r>
            <a:endParaRPr sz="2400">
              <a:solidFill>
                <a:schemeClr val="accent2"/>
              </a:solidFill>
              <a:latin typeface="Varela Round"/>
              <a:ea typeface="Varela Round"/>
              <a:cs typeface="Varela Round"/>
              <a:sym typeface="Varela Round"/>
            </a:endParaRPr>
          </a:p>
          <a:p>
            <a:pPr indent="-381000" lvl="0" marL="457200" rtl="0" algn="l">
              <a:lnSpc>
                <a:spcPct val="100000"/>
              </a:lnSpc>
              <a:spcBef>
                <a:spcPts val="0"/>
              </a:spcBef>
              <a:spcAft>
                <a:spcPts val="0"/>
              </a:spcAft>
              <a:buClr>
                <a:schemeClr val="dk1"/>
              </a:buClr>
              <a:buSzPts val="2400"/>
              <a:buFont typeface="Varela Round"/>
              <a:buChar char="●"/>
            </a:pPr>
            <a:r>
              <a:rPr i="1" lang="en" sz="2400">
                <a:solidFill>
                  <a:schemeClr val="accent2"/>
                </a:solidFill>
                <a:latin typeface="Varela Round"/>
                <a:ea typeface="Varela Round"/>
                <a:cs typeface="Varela Round"/>
                <a:sym typeface="Varela Round"/>
              </a:rPr>
              <a:t>The agent caught mistakes Karpathy missed in 20 years of manual work</a:t>
            </a:r>
            <a:endParaRPr i="1" sz="900">
              <a:solidFill>
                <a:srgbClr val="CCCCCC"/>
              </a:solidFill>
              <a:highlight>
                <a:srgbClr val="1F1F1F"/>
              </a:highlight>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39"/>
          <p:cNvPicPr preferRelativeResize="0"/>
          <p:nvPr/>
        </p:nvPicPr>
        <p:blipFill>
          <a:blip r:embed="rId3">
            <a:alphaModFix/>
          </a:blip>
          <a:stretch>
            <a:fillRect/>
          </a:stretch>
        </p:blipFill>
        <p:spPr>
          <a:xfrm>
            <a:off x="-44487" y="381000"/>
            <a:ext cx="9232973" cy="4579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0"/>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Swarm Effect: Real Use</a:t>
            </a:r>
            <a:endParaRPr/>
          </a:p>
        </p:txBody>
      </p:sp>
      <p:sp>
        <p:nvSpPr>
          <p:cNvPr id="308" name="Google Shape;308;p40"/>
          <p:cNvSpPr txBox="1"/>
          <p:nvPr/>
        </p:nvSpPr>
        <p:spPr>
          <a:xfrm>
            <a:off x="539250" y="1543775"/>
            <a:ext cx="8065500" cy="310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400" u="sng">
                <a:solidFill>
                  <a:schemeClr val="hlink"/>
                </a:solidFill>
                <a:latin typeface="Varela Round"/>
                <a:ea typeface="Varela Round"/>
                <a:cs typeface="Varela Round"/>
                <a:sym typeface="Varela Round"/>
                <a:hlinkClick r:id="rId3"/>
              </a:rPr>
              <a:t>Hyperspace AI </a:t>
            </a:r>
            <a:r>
              <a:rPr lang="en" sz="2400">
                <a:solidFill>
                  <a:schemeClr val="accent2"/>
                </a:solidFill>
                <a:latin typeface="Varela Round"/>
                <a:ea typeface="Varela Round"/>
                <a:cs typeface="Varela Round"/>
                <a:sym typeface="Varela Round"/>
              </a:rPr>
              <a:t>distributed autoresearch across 35 agents overnight (Karpathy only ran 1):</a:t>
            </a:r>
            <a:endParaRPr sz="2400">
              <a:solidFill>
                <a:schemeClr val="accent2"/>
              </a:solidFill>
              <a:latin typeface="Varela Round"/>
              <a:ea typeface="Varela Round"/>
              <a:cs typeface="Varela Round"/>
              <a:sym typeface="Varela Round"/>
            </a:endParaRPr>
          </a:p>
          <a:p>
            <a:pPr indent="-381000" lvl="0" marL="457200" rtl="0" algn="l">
              <a:lnSpc>
                <a:spcPct val="115000"/>
              </a:lnSpc>
              <a:spcBef>
                <a:spcPts val="0"/>
              </a:spcBef>
              <a:spcAft>
                <a:spcPts val="0"/>
              </a:spcAft>
              <a:buClr>
                <a:schemeClr val="dk1"/>
              </a:buClr>
              <a:buSzPts val="2400"/>
              <a:buFont typeface="Varela Round"/>
              <a:buChar char="●"/>
            </a:pPr>
            <a:r>
              <a:rPr lang="en" sz="2400">
                <a:solidFill>
                  <a:schemeClr val="accent2"/>
                </a:solidFill>
                <a:latin typeface="Varela Round"/>
                <a:ea typeface="Varela Round"/>
                <a:cs typeface="Varela Round"/>
                <a:sym typeface="Varela Round"/>
              </a:rPr>
              <a:t>333 experiments ran unsupervised</a:t>
            </a:r>
            <a:endParaRPr sz="2400">
              <a:solidFill>
                <a:schemeClr val="accent2"/>
              </a:solidFill>
              <a:latin typeface="Varela Round"/>
              <a:ea typeface="Varela Round"/>
              <a:cs typeface="Varela Round"/>
              <a:sym typeface="Varela Round"/>
            </a:endParaRPr>
          </a:p>
          <a:p>
            <a:pPr indent="-381000" lvl="0" marL="457200" rtl="0" algn="l">
              <a:lnSpc>
                <a:spcPct val="115000"/>
              </a:lnSpc>
              <a:spcBef>
                <a:spcPts val="0"/>
              </a:spcBef>
              <a:spcAft>
                <a:spcPts val="0"/>
              </a:spcAft>
              <a:buClr>
                <a:schemeClr val="dk1"/>
              </a:buClr>
              <a:buSzPts val="2400"/>
              <a:buFont typeface="Varela Round"/>
              <a:buChar char="●"/>
            </a:pPr>
            <a:r>
              <a:rPr lang="en" sz="2400">
                <a:solidFill>
                  <a:schemeClr val="accent2"/>
                </a:solidFill>
                <a:latin typeface="Varela Round"/>
                <a:ea typeface="Varela Round"/>
                <a:cs typeface="Varela Round"/>
                <a:sym typeface="Varela Round"/>
              </a:rPr>
              <a:t>Agents shared discoveries via </a:t>
            </a:r>
            <a:r>
              <a:rPr lang="en" sz="2400">
                <a:solidFill>
                  <a:schemeClr val="dk1"/>
                </a:solidFill>
                <a:latin typeface="Varela Round"/>
                <a:ea typeface="Varela Round"/>
                <a:cs typeface="Varela Round"/>
                <a:sym typeface="Varela Round"/>
              </a:rPr>
              <a:t>gossip protocol</a:t>
            </a:r>
            <a:endParaRPr sz="2400">
              <a:solidFill>
                <a:schemeClr val="dk1"/>
              </a:solidFill>
              <a:latin typeface="Varela Round"/>
              <a:ea typeface="Varela Round"/>
              <a:cs typeface="Varela Round"/>
              <a:sym typeface="Varela Round"/>
            </a:endParaRPr>
          </a:p>
          <a:p>
            <a:pPr indent="-381000" lvl="0" marL="457200" rtl="0" algn="l">
              <a:lnSpc>
                <a:spcPct val="115000"/>
              </a:lnSpc>
              <a:spcBef>
                <a:spcPts val="0"/>
              </a:spcBef>
              <a:spcAft>
                <a:spcPts val="0"/>
              </a:spcAft>
              <a:buClr>
                <a:schemeClr val="dk1"/>
              </a:buClr>
              <a:buSzPts val="2400"/>
              <a:buFont typeface="Varela Round"/>
              <a:buChar char="●"/>
            </a:pPr>
            <a:r>
              <a:rPr lang="en" sz="2400">
                <a:solidFill>
                  <a:schemeClr val="accent2"/>
                </a:solidFill>
                <a:latin typeface="Varela Round"/>
                <a:ea typeface="Varela Round"/>
                <a:cs typeface="Varela Round"/>
                <a:sym typeface="Varela Round"/>
              </a:rPr>
              <a:t>Hardware diversity led to different strategies</a:t>
            </a:r>
            <a:endParaRPr sz="2400">
              <a:solidFill>
                <a:schemeClr val="accent2"/>
              </a:solidFill>
              <a:latin typeface="Varela Round"/>
              <a:ea typeface="Varela Round"/>
              <a:cs typeface="Varela Round"/>
              <a:sym typeface="Varela Round"/>
            </a:endParaRPr>
          </a:p>
          <a:p>
            <a:pPr indent="-381000" lvl="0" marL="457200" rtl="0" algn="l">
              <a:lnSpc>
                <a:spcPct val="115000"/>
              </a:lnSpc>
              <a:spcBef>
                <a:spcPts val="0"/>
              </a:spcBef>
              <a:spcAft>
                <a:spcPts val="0"/>
              </a:spcAft>
              <a:buClr>
                <a:schemeClr val="dk1"/>
              </a:buClr>
              <a:buSzPts val="2400"/>
              <a:buFont typeface="Varela Round"/>
              <a:buChar char="●"/>
            </a:pPr>
            <a:r>
              <a:rPr lang="en" sz="2400">
                <a:solidFill>
                  <a:schemeClr val="accent2"/>
                </a:solidFill>
                <a:latin typeface="Varela Round"/>
                <a:ea typeface="Varela Round"/>
                <a:cs typeface="Varela Round"/>
                <a:sym typeface="Varela Round"/>
              </a:rPr>
              <a:t>In 17 hours: rediscovered ML milestones that took humans 8 years</a:t>
            </a:r>
            <a:endParaRPr sz="2400">
              <a:solidFill>
                <a:schemeClr val="accent2"/>
              </a:solidFill>
              <a:latin typeface="Varela Round"/>
              <a:ea typeface="Varela Round"/>
              <a:cs typeface="Varela Round"/>
              <a:sym typeface="Varela Rou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1"/>
          <p:cNvSpPr txBox="1"/>
          <p:nvPr>
            <p:ph type="title"/>
          </p:nvPr>
        </p:nvSpPr>
        <p:spPr>
          <a:xfrm>
            <a:off x="720000" y="539500"/>
            <a:ext cx="77040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314" name="Google Shape;314;p41"/>
          <p:cNvSpPr txBox="1"/>
          <p:nvPr/>
        </p:nvSpPr>
        <p:spPr>
          <a:xfrm>
            <a:off x="865625" y="1175525"/>
            <a:ext cx="7872000" cy="311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2000">
                <a:solidFill>
                  <a:schemeClr val="dk1"/>
                </a:solidFill>
                <a:latin typeface="Varela Round"/>
                <a:ea typeface="Varela Round"/>
                <a:cs typeface="Varela Round"/>
                <a:sym typeface="Varela Round"/>
              </a:rPr>
              <a:t>"We are no longer just coding models; we are seeding ecosystems that learn while we sleep."</a:t>
            </a:r>
            <a:endParaRPr i="1" sz="2000">
              <a:solidFill>
                <a:schemeClr val="dk1"/>
              </a:solidFill>
              <a:latin typeface="Varela Round"/>
              <a:ea typeface="Varela Round"/>
              <a:cs typeface="Varela Round"/>
              <a:sym typeface="Varela Round"/>
            </a:endParaRPr>
          </a:p>
          <a:p>
            <a:pPr indent="0" lvl="0" marL="0" rtl="0" algn="l">
              <a:spcBef>
                <a:spcPts val="0"/>
              </a:spcBef>
              <a:spcAft>
                <a:spcPts val="0"/>
              </a:spcAft>
              <a:buNone/>
            </a:pPr>
            <a:r>
              <a:t/>
            </a:r>
            <a:endParaRPr sz="2000">
              <a:solidFill>
                <a:schemeClr val="lt1"/>
              </a:solidFill>
              <a:latin typeface="Varela Round"/>
              <a:ea typeface="Varela Round"/>
              <a:cs typeface="Varela Round"/>
              <a:sym typeface="Varela Round"/>
            </a:endParaRPr>
          </a:p>
          <a:p>
            <a:pPr indent="0" lvl="0" marL="0" rtl="0" algn="l">
              <a:spcBef>
                <a:spcPts val="0"/>
              </a:spcBef>
              <a:spcAft>
                <a:spcPts val="0"/>
              </a:spcAft>
              <a:buNone/>
            </a:pPr>
            <a:r>
              <a:rPr lang="en" sz="2000">
                <a:solidFill>
                  <a:schemeClr val="lt1"/>
                </a:solidFill>
                <a:latin typeface="Varela Round"/>
                <a:ea typeface="Varela Round"/>
                <a:cs typeface="Varela Round"/>
                <a:sym typeface="Varela Round"/>
              </a:rPr>
              <a:t>Autoresearch represents a fundamental shift:</a:t>
            </a:r>
            <a:endParaRPr sz="2000">
              <a:solidFill>
                <a:schemeClr val="lt1"/>
              </a:solidFill>
              <a:latin typeface="Varela Round"/>
              <a:ea typeface="Varela Round"/>
              <a:cs typeface="Varela Round"/>
              <a:sym typeface="Varela Round"/>
            </a:endParaRPr>
          </a:p>
          <a:p>
            <a:pPr indent="-355600" lvl="0" marL="457200" rtl="0" algn="l">
              <a:spcBef>
                <a:spcPts val="0"/>
              </a:spcBef>
              <a:spcAft>
                <a:spcPts val="0"/>
              </a:spcAft>
              <a:buClr>
                <a:schemeClr val="dk1"/>
              </a:buClr>
              <a:buSzPts val="2000"/>
              <a:buFont typeface="Varela Round"/>
              <a:buChar char="●"/>
            </a:pPr>
            <a:r>
              <a:rPr lang="en" sz="2000">
                <a:solidFill>
                  <a:schemeClr val="lt1"/>
                </a:solidFill>
                <a:latin typeface="Varela Round"/>
                <a:ea typeface="Varela Round"/>
                <a:cs typeface="Varela Round"/>
                <a:sym typeface="Varela Round"/>
              </a:rPr>
              <a:t>AI applying the scientific method autonomously</a:t>
            </a:r>
            <a:endParaRPr sz="2000">
              <a:solidFill>
                <a:schemeClr val="lt1"/>
              </a:solidFill>
              <a:latin typeface="Varela Round"/>
              <a:ea typeface="Varela Round"/>
              <a:cs typeface="Varela Round"/>
              <a:sym typeface="Varela Round"/>
            </a:endParaRPr>
          </a:p>
          <a:p>
            <a:pPr indent="-355600" lvl="0" marL="457200" rtl="0" algn="l">
              <a:spcBef>
                <a:spcPts val="0"/>
              </a:spcBef>
              <a:spcAft>
                <a:spcPts val="0"/>
              </a:spcAft>
              <a:buClr>
                <a:schemeClr val="dk1"/>
              </a:buClr>
              <a:buSzPts val="2000"/>
              <a:buFont typeface="Varela Round"/>
              <a:buChar char="●"/>
            </a:pPr>
            <a:r>
              <a:rPr lang="en" sz="2000">
                <a:solidFill>
                  <a:schemeClr val="lt1"/>
                </a:solidFill>
                <a:latin typeface="Varela Round"/>
                <a:ea typeface="Varela Round"/>
                <a:cs typeface="Varela Round"/>
                <a:sym typeface="Varela Round"/>
              </a:rPr>
              <a:t>Research becoming an evolutionary process</a:t>
            </a:r>
            <a:endParaRPr sz="2000">
              <a:solidFill>
                <a:schemeClr val="lt1"/>
              </a:solidFill>
              <a:latin typeface="Varela Round"/>
              <a:ea typeface="Varela Round"/>
              <a:cs typeface="Varela Round"/>
              <a:sym typeface="Varela Round"/>
            </a:endParaRPr>
          </a:p>
          <a:p>
            <a:pPr indent="-355600" lvl="0" marL="457200" rtl="0" algn="l">
              <a:spcBef>
                <a:spcPts val="0"/>
              </a:spcBef>
              <a:spcAft>
                <a:spcPts val="0"/>
              </a:spcAft>
              <a:buClr>
                <a:schemeClr val="dk1"/>
              </a:buClr>
              <a:buSzPts val="2000"/>
              <a:buFont typeface="Varela Round"/>
              <a:buChar char="●"/>
            </a:pPr>
            <a:r>
              <a:rPr lang="en" sz="2000">
                <a:solidFill>
                  <a:schemeClr val="lt1"/>
                </a:solidFill>
                <a:latin typeface="Varela Round"/>
                <a:ea typeface="Varela Round"/>
                <a:cs typeface="Varela Round"/>
                <a:sym typeface="Varela Round"/>
              </a:rPr>
              <a:t>Humans moving from "doers" to "directors"</a:t>
            </a:r>
            <a:endParaRPr sz="2000">
              <a:solidFill>
                <a:schemeClr val="lt1"/>
              </a:solidFill>
              <a:latin typeface="Varela Round"/>
              <a:ea typeface="Varela Round"/>
              <a:cs typeface="Varela Round"/>
              <a:sym typeface="Varela Round"/>
            </a:endParaRPr>
          </a:p>
          <a:p>
            <a:pPr indent="0" lvl="0" marL="0" rtl="0" algn="l">
              <a:spcBef>
                <a:spcPts val="0"/>
              </a:spcBef>
              <a:spcAft>
                <a:spcPts val="0"/>
              </a:spcAft>
              <a:buNone/>
            </a:pPr>
            <a:r>
              <a:t/>
            </a:r>
            <a:endParaRPr sz="2000">
              <a:solidFill>
                <a:schemeClr val="lt1"/>
              </a:solidFill>
              <a:latin typeface="Varela Round"/>
              <a:ea typeface="Varela Round"/>
              <a:cs typeface="Varela Round"/>
              <a:sym typeface="Varela Round"/>
            </a:endParaRPr>
          </a:p>
          <a:p>
            <a:pPr indent="0" lvl="0" marL="0" rtl="0" algn="l">
              <a:spcBef>
                <a:spcPts val="0"/>
              </a:spcBef>
              <a:spcAft>
                <a:spcPts val="0"/>
              </a:spcAft>
              <a:buNone/>
            </a:pPr>
            <a:r>
              <a:rPr lang="en" sz="2000">
                <a:solidFill>
                  <a:schemeClr val="lt1"/>
                </a:solidFill>
                <a:latin typeface="Varela Round"/>
                <a:ea typeface="Varela Round"/>
                <a:cs typeface="Varela Round"/>
                <a:sym typeface="Varela Round"/>
              </a:rPr>
              <a:t>This could apply to anything with a clear metric: marketing (conversion rate), drug discovery (binding affinity), game AI (win rate), etc.</a:t>
            </a:r>
            <a:endParaRPr sz="2000">
              <a:solidFill>
                <a:schemeClr val="lt1"/>
              </a:solidFill>
              <a:latin typeface="Varela Round"/>
              <a:ea typeface="Varela Round"/>
              <a:cs typeface="Varela Round"/>
              <a:sym typeface="Varela Rou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2"/>
          <p:cNvSpPr txBox="1"/>
          <p:nvPr>
            <p:ph type="ctrTitle"/>
          </p:nvPr>
        </p:nvSpPr>
        <p:spPr>
          <a:xfrm>
            <a:off x="693000" y="1742675"/>
            <a:ext cx="7258500" cy="128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500"/>
              <a:t>Thank you!</a:t>
            </a:r>
            <a:endParaRPr/>
          </a:p>
          <a:p>
            <a:pPr indent="0" lvl="0" marL="0" rtl="0" algn="l">
              <a:spcBef>
                <a:spcPts val="0"/>
              </a:spcBef>
              <a:spcAft>
                <a:spcPts val="0"/>
              </a:spcAft>
              <a:buNone/>
            </a:pPr>
            <a:r>
              <a:t/>
            </a:r>
            <a:endParaRPr b="0" sz="3500">
              <a:solidFill>
                <a:schemeClr val="lt1"/>
              </a:solidFill>
            </a:endParaRPr>
          </a:p>
        </p:txBody>
      </p:sp>
      <p:sp>
        <p:nvSpPr>
          <p:cNvPr id="320" name="Google Shape;320;p42"/>
          <p:cNvSpPr txBox="1"/>
          <p:nvPr>
            <p:ph idx="1" type="subTitle"/>
          </p:nvPr>
        </p:nvSpPr>
        <p:spPr>
          <a:xfrm>
            <a:off x="765700" y="3362275"/>
            <a:ext cx="19968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Viviana Luccioli</a:t>
            </a:r>
            <a:endParaRPr/>
          </a:p>
        </p:txBody>
      </p:sp>
      <p:sp>
        <p:nvSpPr>
          <p:cNvPr id="321" name="Google Shape;321;p42"/>
          <p:cNvSpPr txBox="1"/>
          <p:nvPr/>
        </p:nvSpPr>
        <p:spPr>
          <a:xfrm>
            <a:off x="765700" y="2946775"/>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lt1"/>
              </a:solidFill>
              <a:latin typeface="Varela Round"/>
              <a:ea typeface="Varela Round"/>
              <a:cs typeface="Varela Round"/>
              <a:sym typeface="Varela Rou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Entry Specialist Agency by Slidesgo">
  <a:themeElements>
    <a:clrScheme name="Simple Light">
      <a:dk1>
        <a:srgbClr val="FF5CBF"/>
      </a:dk1>
      <a:lt1>
        <a:srgbClr val="FFFFFF"/>
      </a:lt1>
      <a:dk2>
        <a:srgbClr val="2C0746"/>
      </a:dk2>
      <a:lt2>
        <a:srgbClr val="7159FF"/>
      </a:lt2>
      <a:accent1>
        <a:srgbClr val="AC51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