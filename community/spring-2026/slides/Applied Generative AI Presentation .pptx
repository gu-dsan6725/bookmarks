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2" r:id="rId5"/>
    <p:sldMasterId id="214748371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Lexend SemiBold"/>
      <p:regular r:id="rId20"/>
      <p:bold r:id="rId21"/>
    </p:embeddedFont>
    <p:embeddedFont>
      <p:font typeface="Lexend Light"/>
      <p:regular r:id="rId22"/>
      <p:bold r:id="rId23"/>
    </p:embeddedFont>
    <p:embeddedFont>
      <p:font typeface="Lexend"/>
      <p:regular r:id="rId24"/>
      <p:bold r:id="rId25"/>
    </p:embeddedFont>
    <p:embeddedFont>
      <p:font typeface="Lexend ExtraLight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13367D5-5009-4A42-B736-3070F1444A31}">
  <a:tblStyle styleId="{613367D5-5009-4A42-B736-3070F1444A3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20" Type="http://schemas.openxmlformats.org/officeDocument/2006/relationships/font" Target="fonts/LexendSemiBold-regular.fntdata"/><Relationship Id="rId22" Type="http://schemas.openxmlformats.org/officeDocument/2006/relationships/font" Target="fonts/LexendLight-regular.fntdata"/><Relationship Id="rId21" Type="http://schemas.openxmlformats.org/officeDocument/2006/relationships/font" Target="fonts/LexendSemiBold-bold.fntdata"/><Relationship Id="rId24" Type="http://schemas.openxmlformats.org/officeDocument/2006/relationships/font" Target="fonts/Lexend-regular.fntdata"/><Relationship Id="rId23" Type="http://schemas.openxmlformats.org/officeDocument/2006/relationships/font" Target="fonts/LexendLight-bold.fntdata"/><Relationship Id="rId26" Type="http://schemas.openxmlformats.org/officeDocument/2006/relationships/font" Target="fonts/LexendExtraLight-regular.fntdata"/><Relationship Id="rId25" Type="http://schemas.openxmlformats.org/officeDocument/2006/relationships/font" Target="fonts/Lexend-bold.fntdata"/><Relationship Id="rId27" Type="http://schemas.openxmlformats.org/officeDocument/2006/relationships/font" Target="fonts/LexendExtraLight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cdfbdf8cd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cdfbdf8cd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cdfbdf8cd0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cdfbdf8cd0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cdfbdf8cd0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cdfbdf8cd0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cdfbdf8cd0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cdfbdf8cd0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cdfbdf8cd0_1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cdfbdf8cd0_1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ce37dca5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ce37dca5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ce37dca55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ce37dca55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ce37dca55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ce37dca55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ce37dca55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ce37dca55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ce37dca55f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ce37dca55f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ce37dca55f_0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ce37dca55f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ce37dca55f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ce37dca55f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2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duct Roadmap" type="title">
  <p:cSld name="TITLE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>
            <p:ph idx="12" type="sldNum"/>
          </p:nvPr>
        </p:nvSpPr>
        <p:spPr>
          <a:xfrm>
            <a:off x="8359800" y="4851000"/>
            <a:ext cx="261300" cy="2925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 rtl="0" algn="ctr">
              <a:buNone/>
              <a:defRPr/>
            </a:lvl1pPr>
            <a:lvl2pPr lvl="1" rtl="0" algn="ctr">
              <a:buNone/>
              <a:defRPr/>
            </a:lvl2pPr>
            <a:lvl3pPr lvl="2" rtl="0" algn="ctr">
              <a:buNone/>
              <a:defRPr/>
            </a:lvl3pPr>
            <a:lvl4pPr lvl="3" rtl="0" algn="ctr">
              <a:buNone/>
              <a:defRPr/>
            </a:lvl4pPr>
            <a:lvl5pPr lvl="4" rtl="0" algn="ctr">
              <a:buNone/>
              <a:defRPr/>
            </a:lvl5pPr>
            <a:lvl6pPr lvl="5" rtl="0" algn="ctr">
              <a:buNone/>
              <a:defRPr/>
            </a:lvl6pPr>
            <a:lvl7pPr lvl="6" rtl="0" algn="ctr">
              <a:buNone/>
              <a:defRPr/>
            </a:lvl7pPr>
            <a:lvl8pPr lvl="7" rtl="0" algn="ctr">
              <a:buNone/>
              <a:defRPr/>
            </a:lvl8pPr>
            <a:lvl9pPr lvl="8" rtl="0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" name="Google Shape;178;p35"/>
          <p:cNvSpPr txBox="1"/>
          <p:nvPr>
            <p:ph type="title"/>
          </p:nvPr>
        </p:nvSpPr>
        <p:spPr>
          <a:xfrm>
            <a:off x="303700" y="355500"/>
            <a:ext cx="8421600" cy="11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9" name="Google Shape;179;p35"/>
          <p:cNvSpPr txBox="1"/>
          <p:nvPr>
            <p:ph idx="1" type="subTitle"/>
          </p:nvPr>
        </p:nvSpPr>
        <p:spPr>
          <a:xfrm>
            <a:off x="333400" y="2378453"/>
            <a:ext cx="3359100" cy="9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0" name="Google Shape;180;p35"/>
          <p:cNvSpPr txBox="1"/>
          <p:nvPr>
            <p:ph idx="2" type="body"/>
          </p:nvPr>
        </p:nvSpPr>
        <p:spPr>
          <a:xfrm>
            <a:off x="341375" y="4655800"/>
            <a:ext cx="2088300" cy="2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81" name="Google Shape;181;p35"/>
          <p:cNvSpPr txBox="1"/>
          <p:nvPr>
            <p:ph idx="3" type="sldNum"/>
          </p:nvPr>
        </p:nvSpPr>
        <p:spPr>
          <a:xfrm>
            <a:off x="8359800" y="4851000"/>
            <a:ext cx="261300" cy="292500"/>
          </a:xfrm>
          <a:prstGeom prst="rect">
            <a:avLst/>
          </a:prstGeom>
          <a:noFill/>
        </p:spPr>
        <p:txBody>
          <a:bodyPr anchorCtr="0" anchor="ctr" bIns="91425" lIns="0" spcFirstLastPara="1" rIns="0" wrap="square" tIns="0">
            <a:noAutofit/>
          </a:bodyPr>
          <a:lstStyle>
            <a:lvl1pPr lvl="0" rtl="0" algn="ctr">
              <a:buNone/>
              <a:defRPr>
                <a:solidFill>
                  <a:schemeClr val="accent3"/>
                </a:solidFill>
              </a:defRPr>
            </a:lvl1pPr>
            <a:lvl2pPr lvl="1" rtl="0" algn="ctr">
              <a:buNone/>
              <a:defRPr>
                <a:solidFill>
                  <a:schemeClr val="accent3"/>
                </a:solidFill>
              </a:defRPr>
            </a:lvl2pPr>
            <a:lvl3pPr lvl="2" rtl="0" algn="ctr">
              <a:buNone/>
              <a:defRPr>
                <a:solidFill>
                  <a:schemeClr val="accent3"/>
                </a:solidFill>
              </a:defRPr>
            </a:lvl3pPr>
            <a:lvl4pPr lvl="3" rtl="0" algn="ctr">
              <a:buNone/>
              <a:defRPr>
                <a:solidFill>
                  <a:schemeClr val="accent3"/>
                </a:solidFill>
              </a:defRPr>
            </a:lvl4pPr>
            <a:lvl5pPr lvl="4" rtl="0" algn="ctr">
              <a:buNone/>
              <a:defRPr>
                <a:solidFill>
                  <a:schemeClr val="accent3"/>
                </a:solidFill>
              </a:defRPr>
            </a:lvl5pPr>
            <a:lvl6pPr lvl="5" rtl="0" algn="ctr">
              <a:buNone/>
              <a:defRPr>
                <a:solidFill>
                  <a:schemeClr val="accent3"/>
                </a:solidFill>
              </a:defRPr>
            </a:lvl6pPr>
            <a:lvl7pPr lvl="6" rtl="0" algn="ctr">
              <a:buNone/>
              <a:defRPr>
                <a:solidFill>
                  <a:schemeClr val="accent3"/>
                </a:solidFill>
              </a:defRPr>
            </a:lvl7pPr>
            <a:lvl8pPr lvl="7" rtl="0" algn="ctr">
              <a:buNone/>
              <a:defRPr>
                <a:solidFill>
                  <a:schemeClr val="accent3"/>
                </a:solidFill>
              </a:defRPr>
            </a:lvl8pPr>
            <a:lvl9pPr lvl="8" rtl="0" algn="ctr">
              <a:buNone/>
              <a:defRPr>
                <a:solidFill>
                  <a:schemeClr val="accent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35"/>
          <p:cNvSpPr txBox="1"/>
          <p:nvPr>
            <p:ph idx="4" type="body"/>
          </p:nvPr>
        </p:nvSpPr>
        <p:spPr>
          <a:xfrm>
            <a:off x="2652248" y="4655800"/>
            <a:ext cx="1940700" cy="2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cxnSp>
        <p:nvCxnSpPr>
          <p:cNvPr id="183" name="Google Shape;183;p35"/>
          <p:cNvCxnSpPr/>
          <p:nvPr/>
        </p:nvCxnSpPr>
        <p:spPr>
          <a:xfrm>
            <a:off x="-3150" y="4448151"/>
            <a:ext cx="5232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84" name="Google Shape;184;p35"/>
          <p:cNvSpPr/>
          <p:nvPr>
            <p:ph idx="5" type="pic"/>
          </p:nvPr>
        </p:nvSpPr>
        <p:spPr>
          <a:xfrm>
            <a:off x="5229150" y="2509975"/>
            <a:ext cx="3914400" cy="263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837">
          <p15:clr>
            <a:srgbClr val="E46962"/>
          </p15:clr>
        </p15:guide>
        <p15:guide id="2" orient="horz" pos="1369">
          <p15:clr>
            <a:srgbClr val="E46962"/>
          </p15:clr>
        </p15:guide>
        <p15:guide id="3" orient="horz" pos="1581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blank">
  <p:cSld name="BLANK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/>
          <p:nvPr>
            <p:ph type="title"/>
          </p:nvPr>
        </p:nvSpPr>
        <p:spPr>
          <a:xfrm>
            <a:off x="674916" y="289225"/>
            <a:ext cx="6598800" cy="10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26">
    <p:bg>
      <p:bgPr>
        <a:solidFill>
          <a:schemeClr val="lt2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7"/>
          <p:cNvSpPr txBox="1"/>
          <p:nvPr>
            <p:ph type="title"/>
          </p:nvPr>
        </p:nvSpPr>
        <p:spPr>
          <a:xfrm>
            <a:off x="104400" y="3069000"/>
            <a:ext cx="7865400" cy="207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Lexend"/>
              <a:buNone/>
              <a:defRPr sz="8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9" name="Google Shape;189;p37"/>
          <p:cNvSpPr/>
          <p:nvPr>
            <p:ph idx="2" type="pic"/>
          </p:nvPr>
        </p:nvSpPr>
        <p:spPr>
          <a:xfrm>
            <a:off x="248250" y="256400"/>
            <a:ext cx="8647500" cy="2463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3115">
          <p15:clr>
            <a:srgbClr val="E46962"/>
          </p15:clr>
        </p15:guide>
        <p15:guide id="2" orient="horz" pos="3077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25_1">
    <p:bg>
      <p:bgPr>
        <a:solidFill>
          <a:schemeClr val="accent4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8"/>
          <p:cNvSpPr txBox="1"/>
          <p:nvPr>
            <p:ph type="title"/>
          </p:nvPr>
        </p:nvSpPr>
        <p:spPr>
          <a:xfrm>
            <a:off x="104400" y="150125"/>
            <a:ext cx="7883400" cy="20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Lexend"/>
              <a:buNone/>
              <a:defRPr sz="8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38"/>
          <p:cNvSpPr/>
          <p:nvPr>
            <p:ph idx="2" type="pic"/>
          </p:nvPr>
        </p:nvSpPr>
        <p:spPr>
          <a:xfrm>
            <a:off x="248250" y="2425338"/>
            <a:ext cx="8647500" cy="2463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+ Phone mockup">
  <p:cSld name="CUSTOM_26_1">
    <p:bg>
      <p:bgPr>
        <a:solidFill>
          <a:schemeClr val="accent4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9"/>
          <p:cNvSpPr/>
          <p:nvPr/>
        </p:nvSpPr>
        <p:spPr>
          <a:xfrm rot="-5400000">
            <a:off x="5014800" y="1016575"/>
            <a:ext cx="5145600" cy="31128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9"/>
          <p:cNvSpPr/>
          <p:nvPr>
            <p:ph idx="2" type="pic"/>
          </p:nvPr>
        </p:nvSpPr>
        <p:spPr>
          <a:xfrm>
            <a:off x="6819050" y="857921"/>
            <a:ext cx="1598400" cy="3413100"/>
          </a:xfrm>
          <a:prstGeom prst="roundRect">
            <a:avLst>
              <a:gd fmla="val 11038" name="adj"/>
            </a:avLst>
          </a:prstGeom>
          <a:noFill/>
          <a:ln>
            <a:noFill/>
          </a:ln>
        </p:spPr>
      </p:sp>
      <p:sp>
        <p:nvSpPr>
          <p:cNvPr id="196" name="Google Shape;196;p39"/>
          <p:cNvSpPr txBox="1"/>
          <p:nvPr>
            <p:ph idx="1" type="body"/>
          </p:nvPr>
        </p:nvSpPr>
        <p:spPr>
          <a:xfrm>
            <a:off x="687900" y="292725"/>
            <a:ext cx="42150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97" name="Google Shape;197;p39"/>
          <p:cNvSpPr txBox="1"/>
          <p:nvPr>
            <p:ph type="title"/>
          </p:nvPr>
        </p:nvSpPr>
        <p:spPr>
          <a:xfrm>
            <a:off x="661575" y="424275"/>
            <a:ext cx="42414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8" name="Google Shape;198;p39"/>
          <p:cNvSpPr txBox="1"/>
          <p:nvPr>
            <p:ph idx="3" type="body"/>
          </p:nvPr>
        </p:nvSpPr>
        <p:spPr>
          <a:xfrm>
            <a:off x="661575" y="2514875"/>
            <a:ext cx="4300200" cy="21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+ Phone mockup 1">
  <p:cSld name="CUSTOM_28">
    <p:bg>
      <p:bgPr>
        <a:solidFill>
          <a:schemeClr val="accent3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0"/>
          <p:cNvSpPr/>
          <p:nvPr/>
        </p:nvSpPr>
        <p:spPr>
          <a:xfrm rot="-5400000">
            <a:off x="5014800" y="1016575"/>
            <a:ext cx="5145600" cy="31128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40"/>
          <p:cNvSpPr txBox="1"/>
          <p:nvPr>
            <p:ph idx="1" type="body"/>
          </p:nvPr>
        </p:nvSpPr>
        <p:spPr>
          <a:xfrm>
            <a:off x="661575" y="2514875"/>
            <a:ext cx="4300200" cy="21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202" name="Google Shape;202;p40"/>
          <p:cNvSpPr txBox="1"/>
          <p:nvPr>
            <p:ph idx="2" type="body"/>
          </p:nvPr>
        </p:nvSpPr>
        <p:spPr>
          <a:xfrm>
            <a:off x="687900" y="292725"/>
            <a:ext cx="42150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03" name="Google Shape;203;p40"/>
          <p:cNvSpPr txBox="1"/>
          <p:nvPr>
            <p:ph type="title"/>
          </p:nvPr>
        </p:nvSpPr>
        <p:spPr>
          <a:xfrm>
            <a:off x="661575" y="424275"/>
            <a:ext cx="42414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Google Shape;204;p40"/>
          <p:cNvSpPr/>
          <p:nvPr>
            <p:ph idx="3" type="pic"/>
          </p:nvPr>
        </p:nvSpPr>
        <p:spPr>
          <a:xfrm>
            <a:off x="6819050" y="857921"/>
            <a:ext cx="1598400" cy="3413100"/>
          </a:xfrm>
          <a:prstGeom prst="roundRect">
            <a:avLst>
              <a:gd fmla="val 11038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+ Phone and Ipad mockup">
  <p:cSld name="CUSTOM_27">
    <p:bg>
      <p:bgPr>
        <a:solidFill>
          <a:schemeClr val="accent4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1"/>
          <p:cNvSpPr/>
          <p:nvPr>
            <p:ph idx="2" type="pic"/>
          </p:nvPr>
        </p:nvSpPr>
        <p:spPr>
          <a:xfrm>
            <a:off x="869088" y="1528242"/>
            <a:ext cx="1536600" cy="3262500"/>
          </a:xfrm>
          <a:prstGeom prst="roundRect">
            <a:avLst>
              <a:gd fmla="val 11038" name="adj"/>
            </a:avLst>
          </a:prstGeom>
          <a:noFill/>
          <a:ln>
            <a:noFill/>
          </a:ln>
        </p:spPr>
      </p:sp>
      <p:sp>
        <p:nvSpPr>
          <p:cNvPr id="207" name="Google Shape;207;p41"/>
          <p:cNvSpPr/>
          <p:nvPr>
            <p:ph idx="3" type="pic"/>
          </p:nvPr>
        </p:nvSpPr>
        <p:spPr>
          <a:xfrm>
            <a:off x="3913204" y="1528242"/>
            <a:ext cx="4587000" cy="3262500"/>
          </a:xfrm>
          <a:prstGeom prst="roundRect">
            <a:avLst>
              <a:gd fmla="val 4639" name="adj"/>
            </a:avLst>
          </a:prstGeom>
          <a:noFill/>
          <a:ln>
            <a:noFill/>
          </a:ln>
        </p:spPr>
      </p:sp>
      <p:sp>
        <p:nvSpPr>
          <p:cNvPr id="208" name="Google Shape;208;p41"/>
          <p:cNvSpPr txBox="1"/>
          <p:nvPr>
            <p:ph idx="1" type="body"/>
          </p:nvPr>
        </p:nvSpPr>
        <p:spPr>
          <a:xfrm>
            <a:off x="4574425" y="271875"/>
            <a:ext cx="3908700" cy="6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09" name="Google Shape;209;p41"/>
          <p:cNvSpPr txBox="1"/>
          <p:nvPr>
            <p:ph idx="4" type="body"/>
          </p:nvPr>
        </p:nvSpPr>
        <p:spPr>
          <a:xfrm>
            <a:off x="687900" y="292725"/>
            <a:ext cx="34125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10" name="Google Shape;210;p41"/>
          <p:cNvSpPr txBox="1"/>
          <p:nvPr>
            <p:ph type="title"/>
          </p:nvPr>
        </p:nvSpPr>
        <p:spPr>
          <a:xfrm>
            <a:off x="661575" y="424275"/>
            <a:ext cx="34389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 1">
  <p:cSld name="CUSTOM_1_1">
    <p:bg>
      <p:bgPr>
        <a:solidFill>
          <a:schemeClr val="accent3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/>
          <p:nvPr>
            <p:ph idx="1" type="body"/>
          </p:nvPr>
        </p:nvSpPr>
        <p:spPr>
          <a:xfrm>
            <a:off x="887306" y="2097422"/>
            <a:ext cx="2922000" cy="2152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13" name="Google Shape;213;p42"/>
          <p:cNvSpPr txBox="1"/>
          <p:nvPr>
            <p:ph idx="2" type="subTitle"/>
          </p:nvPr>
        </p:nvSpPr>
        <p:spPr>
          <a:xfrm>
            <a:off x="904390" y="1077175"/>
            <a:ext cx="29283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42"/>
          <p:cNvSpPr txBox="1"/>
          <p:nvPr>
            <p:ph idx="3" type="body"/>
          </p:nvPr>
        </p:nvSpPr>
        <p:spPr>
          <a:xfrm>
            <a:off x="904890" y="901275"/>
            <a:ext cx="2927700" cy="1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>
  <p:cSld name="CUSTOM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3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17" name="Google Shape;217;p43"/>
          <p:cNvSpPr txBox="1"/>
          <p:nvPr>
            <p:ph type="title"/>
          </p:nvPr>
        </p:nvSpPr>
        <p:spPr>
          <a:xfrm>
            <a:off x="661574" y="424278"/>
            <a:ext cx="51513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43"/>
          <p:cNvSpPr/>
          <p:nvPr>
            <p:ph idx="2" type="pic"/>
          </p:nvPr>
        </p:nvSpPr>
        <p:spPr>
          <a:xfrm>
            <a:off x="1566125" y="1676025"/>
            <a:ext cx="1307100" cy="19644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43"/>
          <p:cNvSpPr/>
          <p:nvPr>
            <p:ph idx="3" type="pic"/>
          </p:nvPr>
        </p:nvSpPr>
        <p:spPr>
          <a:xfrm>
            <a:off x="3395300" y="809450"/>
            <a:ext cx="1307100" cy="19644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43"/>
          <p:cNvSpPr/>
          <p:nvPr>
            <p:ph idx="4" type="pic"/>
          </p:nvPr>
        </p:nvSpPr>
        <p:spPr>
          <a:xfrm>
            <a:off x="5225075" y="1667413"/>
            <a:ext cx="1307100" cy="19644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43"/>
          <p:cNvSpPr/>
          <p:nvPr>
            <p:ph idx="5" type="pic"/>
          </p:nvPr>
        </p:nvSpPr>
        <p:spPr>
          <a:xfrm>
            <a:off x="7053150" y="794238"/>
            <a:ext cx="1307100" cy="1964400"/>
          </a:xfrm>
          <a:prstGeom prst="rect">
            <a:avLst/>
          </a:prstGeom>
          <a:noFill/>
          <a:ln>
            <a:noFill/>
          </a:ln>
        </p:spPr>
      </p:sp>
      <p:sp>
        <p:nvSpPr>
          <p:cNvPr id="222" name="Google Shape;222;p43"/>
          <p:cNvSpPr/>
          <p:nvPr>
            <p:ph idx="6" type="pic"/>
          </p:nvPr>
        </p:nvSpPr>
        <p:spPr>
          <a:xfrm>
            <a:off x="2610832" y="3971450"/>
            <a:ext cx="314700" cy="3147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43"/>
          <p:cNvSpPr/>
          <p:nvPr>
            <p:ph idx="7" type="pic"/>
          </p:nvPr>
        </p:nvSpPr>
        <p:spPr>
          <a:xfrm>
            <a:off x="4435557" y="3089450"/>
            <a:ext cx="314700" cy="3147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43"/>
          <p:cNvSpPr/>
          <p:nvPr>
            <p:ph idx="8" type="pic"/>
          </p:nvPr>
        </p:nvSpPr>
        <p:spPr>
          <a:xfrm>
            <a:off x="6267632" y="3957713"/>
            <a:ext cx="314700" cy="3147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43"/>
          <p:cNvSpPr/>
          <p:nvPr>
            <p:ph idx="9" type="pic"/>
          </p:nvPr>
        </p:nvSpPr>
        <p:spPr>
          <a:xfrm>
            <a:off x="8095257" y="3103050"/>
            <a:ext cx="314700" cy="314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sion + 1 Image">
  <p:cSld name="CUSTOM_3">
    <p:bg>
      <p:bgPr>
        <a:solidFill>
          <a:schemeClr val="lt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4"/>
          <p:cNvSpPr txBox="1"/>
          <p:nvPr>
            <p:ph idx="1" type="body"/>
          </p:nvPr>
        </p:nvSpPr>
        <p:spPr>
          <a:xfrm>
            <a:off x="687900" y="292725"/>
            <a:ext cx="42150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28" name="Google Shape;228;p44"/>
          <p:cNvSpPr txBox="1"/>
          <p:nvPr>
            <p:ph type="title"/>
          </p:nvPr>
        </p:nvSpPr>
        <p:spPr>
          <a:xfrm>
            <a:off x="661575" y="424275"/>
            <a:ext cx="42414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44"/>
          <p:cNvSpPr/>
          <p:nvPr>
            <p:ph idx="2" type="pic"/>
          </p:nvPr>
        </p:nvSpPr>
        <p:spPr>
          <a:xfrm>
            <a:off x="5543049" y="659425"/>
            <a:ext cx="2883000" cy="38466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44"/>
          <p:cNvSpPr txBox="1"/>
          <p:nvPr>
            <p:ph idx="3" type="body"/>
          </p:nvPr>
        </p:nvSpPr>
        <p:spPr>
          <a:xfrm>
            <a:off x="709950" y="2234700"/>
            <a:ext cx="3732600" cy="17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●"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">
  <p:cSld name="CUSTOM_4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5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33" name="Google Shape;233;p45"/>
          <p:cNvSpPr txBox="1"/>
          <p:nvPr>
            <p:ph type="title"/>
          </p:nvPr>
        </p:nvSpPr>
        <p:spPr>
          <a:xfrm>
            <a:off x="661575" y="424275"/>
            <a:ext cx="26622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45"/>
          <p:cNvSpPr txBox="1"/>
          <p:nvPr>
            <p:ph idx="2" type="body"/>
          </p:nvPr>
        </p:nvSpPr>
        <p:spPr>
          <a:xfrm>
            <a:off x="4102775" y="3593450"/>
            <a:ext cx="44649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35" name="Google Shape;235;p45"/>
          <p:cNvSpPr txBox="1"/>
          <p:nvPr>
            <p:ph idx="3" type="body"/>
          </p:nvPr>
        </p:nvSpPr>
        <p:spPr>
          <a:xfrm>
            <a:off x="4102775" y="2858576"/>
            <a:ext cx="44649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36" name="Google Shape;236;p45"/>
          <p:cNvSpPr txBox="1"/>
          <p:nvPr>
            <p:ph idx="4" type="body"/>
          </p:nvPr>
        </p:nvSpPr>
        <p:spPr>
          <a:xfrm>
            <a:off x="4102775" y="2135618"/>
            <a:ext cx="44649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37" name="Google Shape;237;p45"/>
          <p:cNvSpPr txBox="1"/>
          <p:nvPr>
            <p:ph idx="5" type="body"/>
          </p:nvPr>
        </p:nvSpPr>
        <p:spPr>
          <a:xfrm>
            <a:off x="4102775" y="1406300"/>
            <a:ext cx="44649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38" name="Google Shape;238;p45"/>
          <p:cNvSpPr/>
          <p:nvPr>
            <p:ph idx="6" type="pic"/>
          </p:nvPr>
        </p:nvSpPr>
        <p:spPr>
          <a:xfrm>
            <a:off x="3444503" y="1501476"/>
            <a:ext cx="378600" cy="37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39" name="Google Shape;239;p45"/>
          <p:cNvSpPr/>
          <p:nvPr>
            <p:ph idx="7" type="pic"/>
          </p:nvPr>
        </p:nvSpPr>
        <p:spPr>
          <a:xfrm>
            <a:off x="3444503" y="2225251"/>
            <a:ext cx="378600" cy="37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40" name="Google Shape;240;p45"/>
          <p:cNvSpPr/>
          <p:nvPr>
            <p:ph idx="8" type="pic"/>
          </p:nvPr>
        </p:nvSpPr>
        <p:spPr>
          <a:xfrm>
            <a:off x="3444503" y="2946251"/>
            <a:ext cx="378600" cy="37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41" name="Google Shape;241;p45"/>
          <p:cNvSpPr/>
          <p:nvPr>
            <p:ph idx="9" type="pic"/>
          </p:nvPr>
        </p:nvSpPr>
        <p:spPr>
          <a:xfrm>
            <a:off x="3444503" y="3667251"/>
            <a:ext cx="378600" cy="37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antt Chart">
  <p:cSld name="CUSTOM_6"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6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44" name="Google Shape;244;p46"/>
          <p:cNvSpPr txBox="1"/>
          <p:nvPr>
            <p:ph idx="2" type="subTitle"/>
          </p:nvPr>
        </p:nvSpPr>
        <p:spPr>
          <a:xfrm>
            <a:off x="689050" y="531800"/>
            <a:ext cx="16071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7">
    <p:bg>
      <p:bgPr>
        <a:solidFill>
          <a:schemeClr val="accent4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7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47" name="Google Shape;247;p47"/>
          <p:cNvSpPr txBox="1"/>
          <p:nvPr>
            <p:ph idx="2" type="subTitle"/>
          </p:nvPr>
        </p:nvSpPr>
        <p:spPr>
          <a:xfrm>
            <a:off x="689050" y="531808"/>
            <a:ext cx="32331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8" name="Google Shape;248;p47"/>
          <p:cNvSpPr/>
          <p:nvPr>
            <p:ph idx="3" type="pic"/>
          </p:nvPr>
        </p:nvSpPr>
        <p:spPr>
          <a:xfrm>
            <a:off x="863700" y="1479225"/>
            <a:ext cx="738900" cy="7389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47"/>
          <p:cNvSpPr txBox="1"/>
          <p:nvPr>
            <p:ph idx="4" type="body"/>
          </p:nvPr>
        </p:nvSpPr>
        <p:spPr>
          <a:xfrm>
            <a:off x="1774150" y="1561925"/>
            <a:ext cx="24306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50" name="Google Shape;250;p47"/>
          <p:cNvSpPr txBox="1"/>
          <p:nvPr>
            <p:ph idx="5" type="subTitle"/>
          </p:nvPr>
        </p:nvSpPr>
        <p:spPr>
          <a:xfrm>
            <a:off x="1774950" y="1364175"/>
            <a:ext cx="24306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1" name="Google Shape;251;p47"/>
          <p:cNvSpPr/>
          <p:nvPr>
            <p:ph idx="6" type="pic"/>
          </p:nvPr>
        </p:nvSpPr>
        <p:spPr>
          <a:xfrm>
            <a:off x="5120475" y="1479225"/>
            <a:ext cx="738900" cy="738900"/>
          </a:xfrm>
          <a:prstGeom prst="rect">
            <a:avLst/>
          </a:prstGeom>
          <a:noFill/>
          <a:ln>
            <a:noFill/>
          </a:ln>
        </p:spPr>
      </p:sp>
      <p:sp>
        <p:nvSpPr>
          <p:cNvPr id="252" name="Google Shape;252;p47"/>
          <p:cNvSpPr txBox="1"/>
          <p:nvPr>
            <p:ph idx="7" type="body"/>
          </p:nvPr>
        </p:nvSpPr>
        <p:spPr>
          <a:xfrm>
            <a:off x="6030925" y="1561925"/>
            <a:ext cx="24306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53" name="Google Shape;253;p47"/>
          <p:cNvSpPr txBox="1"/>
          <p:nvPr>
            <p:ph idx="8" type="subTitle"/>
          </p:nvPr>
        </p:nvSpPr>
        <p:spPr>
          <a:xfrm>
            <a:off x="6031725" y="1364175"/>
            <a:ext cx="24306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4" name="Google Shape;254;p47"/>
          <p:cNvSpPr/>
          <p:nvPr>
            <p:ph idx="9" type="pic"/>
          </p:nvPr>
        </p:nvSpPr>
        <p:spPr>
          <a:xfrm>
            <a:off x="863700" y="3308611"/>
            <a:ext cx="738900" cy="738900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47"/>
          <p:cNvSpPr txBox="1"/>
          <p:nvPr>
            <p:ph idx="13" type="body"/>
          </p:nvPr>
        </p:nvSpPr>
        <p:spPr>
          <a:xfrm>
            <a:off x="1774150" y="3391311"/>
            <a:ext cx="24306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56" name="Google Shape;256;p47"/>
          <p:cNvSpPr txBox="1"/>
          <p:nvPr>
            <p:ph idx="14" type="subTitle"/>
          </p:nvPr>
        </p:nvSpPr>
        <p:spPr>
          <a:xfrm>
            <a:off x="1774950" y="3193561"/>
            <a:ext cx="24306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7" name="Google Shape;257;p47"/>
          <p:cNvSpPr/>
          <p:nvPr>
            <p:ph idx="15" type="pic"/>
          </p:nvPr>
        </p:nvSpPr>
        <p:spPr>
          <a:xfrm>
            <a:off x="5120475" y="3308611"/>
            <a:ext cx="738900" cy="738900"/>
          </a:xfrm>
          <a:prstGeom prst="rect">
            <a:avLst/>
          </a:prstGeom>
          <a:noFill/>
          <a:ln>
            <a:noFill/>
          </a:ln>
        </p:spPr>
      </p:sp>
      <p:sp>
        <p:nvSpPr>
          <p:cNvPr id="258" name="Google Shape;258;p47"/>
          <p:cNvSpPr txBox="1"/>
          <p:nvPr>
            <p:ph idx="16" type="body"/>
          </p:nvPr>
        </p:nvSpPr>
        <p:spPr>
          <a:xfrm>
            <a:off x="6030925" y="3391311"/>
            <a:ext cx="24306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59" name="Google Shape;259;p47"/>
          <p:cNvSpPr txBox="1"/>
          <p:nvPr>
            <p:ph idx="17" type="subTitle"/>
          </p:nvPr>
        </p:nvSpPr>
        <p:spPr>
          <a:xfrm>
            <a:off x="6031725" y="3193561"/>
            <a:ext cx="24306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V1">
  <p:cSld name="CUSTOM_8">
    <p:bg>
      <p:bgPr>
        <a:solidFill>
          <a:schemeClr val="accent3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8"/>
          <p:cNvSpPr txBox="1"/>
          <p:nvPr>
            <p:ph type="title"/>
          </p:nvPr>
        </p:nvSpPr>
        <p:spPr>
          <a:xfrm>
            <a:off x="640336" y="3853289"/>
            <a:ext cx="53397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48"/>
          <p:cNvSpPr/>
          <p:nvPr>
            <p:ph idx="2" type="pic"/>
          </p:nvPr>
        </p:nvSpPr>
        <p:spPr>
          <a:xfrm>
            <a:off x="1224650" y="2088671"/>
            <a:ext cx="413400" cy="4134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48"/>
          <p:cNvSpPr/>
          <p:nvPr>
            <p:ph idx="3" type="pic"/>
          </p:nvPr>
        </p:nvSpPr>
        <p:spPr>
          <a:xfrm>
            <a:off x="3105050" y="2088671"/>
            <a:ext cx="413400" cy="4134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48"/>
          <p:cNvSpPr/>
          <p:nvPr>
            <p:ph idx="4" type="pic"/>
          </p:nvPr>
        </p:nvSpPr>
        <p:spPr>
          <a:xfrm>
            <a:off x="4998488" y="2088671"/>
            <a:ext cx="413400" cy="41340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48"/>
          <p:cNvSpPr/>
          <p:nvPr>
            <p:ph idx="5" type="pic"/>
          </p:nvPr>
        </p:nvSpPr>
        <p:spPr>
          <a:xfrm>
            <a:off x="6891938" y="2088671"/>
            <a:ext cx="413400" cy="4134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48"/>
          <p:cNvSpPr txBox="1"/>
          <p:nvPr>
            <p:ph idx="1" type="body"/>
          </p:nvPr>
        </p:nvSpPr>
        <p:spPr>
          <a:xfrm>
            <a:off x="700775" y="4573925"/>
            <a:ext cx="53064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V2">
  <p:cSld name="CUSTOM_9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9"/>
          <p:cNvSpPr txBox="1"/>
          <p:nvPr>
            <p:ph type="title"/>
          </p:nvPr>
        </p:nvSpPr>
        <p:spPr>
          <a:xfrm>
            <a:off x="640336" y="3853289"/>
            <a:ext cx="53397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49"/>
          <p:cNvSpPr txBox="1"/>
          <p:nvPr>
            <p:ph idx="1" type="body"/>
          </p:nvPr>
        </p:nvSpPr>
        <p:spPr>
          <a:xfrm>
            <a:off x="700775" y="4573925"/>
            <a:ext cx="53064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ly Calendar">
  <p:cSld name="CUSTOM_10">
    <p:bg>
      <p:bgPr>
        <a:solidFill>
          <a:schemeClr val="lt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0"/>
          <p:cNvSpPr/>
          <p:nvPr/>
        </p:nvSpPr>
        <p:spPr>
          <a:xfrm>
            <a:off x="4700100" y="0"/>
            <a:ext cx="4443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50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73" name="Google Shape;273;p50"/>
          <p:cNvSpPr txBox="1"/>
          <p:nvPr>
            <p:ph idx="2" type="subTitle"/>
          </p:nvPr>
        </p:nvSpPr>
        <p:spPr>
          <a:xfrm>
            <a:off x="689050" y="531800"/>
            <a:ext cx="15072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4" name="Google Shape;274;p50"/>
          <p:cNvSpPr/>
          <p:nvPr>
            <p:ph idx="3" type="pic"/>
          </p:nvPr>
        </p:nvSpPr>
        <p:spPr>
          <a:xfrm>
            <a:off x="5299922" y="644675"/>
            <a:ext cx="273600" cy="273600"/>
          </a:xfrm>
          <a:prstGeom prst="rect">
            <a:avLst/>
          </a:prstGeom>
          <a:noFill/>
          <a:ln>
            <a:noFill/>
          </a:ln>
        </p:spPr>
      </p:sp>
      <p:sp>
        <p:nvSpPr>
          <p:cNvPr id="275" name="Google Shape;275;p50"/>
          <p:cNvSpPr/>
          <p:nvPr>
            <p:ph idx="4" type="pic"/>
          </p:nvPr>
        </p:nvSpPr>
        <p:spPr>
          <a:xfrm>
            <a:off x="5299922" y="1678237"/>
            <a:ext cx="273600" cy="273600"/>
          </a:xfrm>
          <a:prstGeom prst="rect">
            <a:avLst/>
          </a:prstGeom>
          <a:noFill/>
          <a:ln>
            <a:noFill/>
          </a:ln>
        </p:spPr>
      </p:sp>
      <p:sp>
        <p:nvSpPr>
          <p:cNvPr id="276" name="Google Shape;276;p50"/>
          <p:cNvSpPr txBox="1"/>
          <p:nvPr>
            <p:ph idx="5" type="body"/>
          </p:nvPr>
        </p:nvSpPr>
        <p:spPr>
          <a:xfrm>
            <a:off x="5529550" y="557100"/>
            <a:ext cx="30915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77" name="Google Shape;277;p50"/>
          <p:cNvSpPr txBox="1"/>
          <p:nvPr>
            <p:ph idx="6" type="body"/>
          </p:nvPr>
        </p:nvSpPr>
        <p:spPr>
          <a:xfrm>
            <a:off x="5529554" y="678452"/>
            <a:ext cx="3091500" cy="6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78" name="Google Shape;278;p50"/>
          <p:cNvSpPr txBox="1"/>
          <p:nvPr>
            <p:ph idx="7" type="body"/>
          </p:nvPr>
        </p:nvSpPr>
        <p:spPr>
          <a:xfrm>
            <a:off x="5529550" y="1636031"/>
            <a:ext cx="30915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79" name="Google Shape;279;p50"/>
          <p:cNvSpPr txBox="1"/>
          <p:nvPr>
            <p:ph idx="8" type="body"/>
          </p:nvPr>
        </p:nvSpPr>
        <p:spPr>
          <a:xfrm>
            <a:off x="5529554" y="1757384"/>
            <a:ext cx="3091500" cy="6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80" name="Google Shape;280;p50"/>
          <p:cNvSpPr/>
          <p:nvPr>
            <p:ph idx="9" type="pic"/>
          </p:nvPr>
        </p:nvSpPr>
        <p:spPr>
          <a:xfrm>
            <a:off x="5299922" y="2765266"/>
            <a:ext cx="273600" cy="27360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50"/>
          <p:cNvSpPr txBox="1"/>
          <p:nvPr>
            <p:ph idx="13" type="body"/>
          </p:nvPr>
        </p:nvSpPr>
        <p:spPr>
          <a:xfrm>
            <a:off x="5529550" y="2723054"/>
            <a:ext cx="30915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82" name="Google Shape;282;p50"/>
          <p:cNvSpPr txBox="1"/>
          <p:nvPr>
            <p:ph idx="14" type="body"/>
          </p:nvPr>
        </p:nvSpPr>
        <p:spPr>
          <a:xfrm>
            <a:off x="5529554" y="2844406"/>
            <a:ext cx="3091500" cy="6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83" name="Google Shape;283;p50"/>
          <p:cNvSpPr/>
          <p:nvPr>
            <p:ph idx="15" type="pic"/>
          </p:nvPr>
        </p:nvSpPr>
        <p:spPr>
          <a:xfrm>
            <a:off x="5299922" y="3852616"/>
            <a:ext cx="273600" cy="273600"/>
          </a:xfrm>
          <a:prstGeom prst="rect">
            <a:avLst/>
          </a:prstGeom>
          <a:noFill/>
          <a:ln>
            <a:noFill/>
          </a:ln>
        </p:spPr>
      </p:sp>
      <p:sp>
        <p:nvSpPr>
          <p:cNvPr id="284" name="Google Shape;284;p50"/>
          <p:cNvSpPr txBox="1"/>
          <p:nvPr>
            <p:ph idx="16" type="body"/>
          </p:nvPr>
        </p:nvSpPr>
        <p:spPr>
          <a:xfrm>
            <a:off x="5529550" y="3810398"/>
            <a:ext cx="30915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85" name="Google Shape;285;p50"/>
          <p:cNvSpPr txBox="1"/>
          <p:nvPr>
            <p:ph idx="17" type="body"/>
          </p:nvPr>
        </p:nvSpPr>
        <p:spPr>
          <a:xfrm>
            <a:off x="5529554" y="3931751"/>
            <a:ext cx="3091500" cy="6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">
  <p:cSld name="CUSTOM_11">
    <p:bg>
      <p:bgPr>
        <a:solidFill>
          <a:schemeClr val="accent3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1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88" name="Google Shape;288;p51"/>
          <p:cNvSpPr txBox="1"/>
          <p:nvPr>
            <p:ph type="title"/>
          </p:nvPr>
        </p:nvSpPr>
        <p:spPr>
          <a:xfrm>
            <a:off x="661574" y="424278"/>
            <a:ext cx="51513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51"/>
          <p:cNvSpPr txBox="1"/>
          <p:nvPr>
            <p:ph idx="2" type="body"/>
          </p:nvPr>
        </p:nvSpPr>
        <p:spPr>
          <a:xfrm>
            <a:off x="687900" y="1296524"/>
            <a:ext cx="14460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90" name="Google Shape;290;p51"/>
          <p:cNvSpPr txBox="1"/>
          <p:nvPr>
            <p:ph idx="3" type="body"/>
          </p:nvPr>
        </p:nvSpPr>
        <p:spPr>
          <a:xfrm>
            <a:off x="2262132" y="1296524"/>
            <a:ext cx="14460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91" name="Google Shape;291;p51"/>
          <p:cNvSpPr txBox="1"/>
          <p:nvPr>
            <p:ph idx="4" type="body"/>
          </p:nvPr>
        </p:nvSpPr>
        <p:spPr>
          <a:xfrm>
            <a:off x="3827041" y="1296524"/>
            <a:ext cx="14460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92" name="Google Shape;292;p51"/>
          <p:cNvSpPr txBox="1"/>
          <p:nvPr>
            <p:ph idx="5" type="body"/>
          </p:nvPr>
        </p:nvSpPr>
        <p:spPr>
          <a:xfrm>
            <a:off x="5397375" y="1296524"/>
            <a:ext cx="14460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93" name="Google Shape;293;p51"/>
          <p:cNvSpPr txBox="1"/>
          <p:nvPr>
            <p:ph idx="6" type="body"/>
          </p:nvPr>
        </p:nvSpPr>
        <p:spPr>
          <a:xfrm>
            <a:off x="6956568" y="1296524"/>
            <a:ext cx="14460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94" name="Google Shape;294;p51"/>
          <p:cNvSpPr/>
          <p:nvPr>
            <p:ph idx="7" type="pic"/>
          </p:nvPr>
        </p:nvSpPr>
        <p:spPr>
          <a:xfrm>
            <a:off x="727950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95" name="Google Shape;295;p51"/>
          <p:cNvSpPr/>
          <p:nvPr>
            <p:ph idx="8" type="pic"/>
          </p:nvPr>
        </p:nvSpPr>
        <p:spPr>
          <a:xfrm>
            <a:off x="727950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96" name="Google Shape;296;p51"/>
          <p:cNvSpPr/>
          <p:nvPr>
            <p:ph idx="9" type="pic"/>
          </p:nvPr>
        </p:nvSpPr>
        <p:spPr>
          <a:xfrm>
            <a:off x="727950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51"/>
          <p:cNvSpPr/>
          <p:nvPr>
            <p:ph idx="13" type="pic"/>
          </p:nvPr>
        </p:nvSpPr>
        <p:spPr>
          <a:xfrm>
            <a:off x="727950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98" name="Google Shape;298;p51"/>
          <p:cNvSpPr/>
          <p:nvPr>
            <p:ph idx="14" type="pic"/>
          </p:nvPr>
        </p:nvSpPr>
        <p:spPr>
          <a:xfrm>
            <a:off x="2296475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99" name="Google Shape;299;p51"/>
          <p:cNvSpPr/>
          <p:nvPr>
            <p:ph idx="15" type="pic"/>
          </p:nvPr>
        </p:nvSpPr>
        <p:spPr>
          <a:xfrm>
            <a:off x="3865000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0" name="Google Shape;300;p51"/>
          <p:cNvSpPr/>
          <p:nvPr>
            <p:ph idx="16" type="pic"/>
          </p:nvPr>
        </p:nvSpPr>
        <p:spPr>
          <a:xfrm>
            <a:off x="5433525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1" name="Google Shape;301;p51"/>
          <p:cNvSpPr/>
          <p:nvPr>
            <p:ph idx="17" type="pic"/>
          </p:nvPr>
        </p:nvSpPr>
        <p:spPr>
          <a:xfrm>
            <a:off x="7002050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51"/>
          <p:cNvSpPr/>
          <p:nvPr>
            <p:ph idx="18" type="pic"/>
          </p:nvPr>
        </p:nvSpPr>
        <p:spPr>
          <a:xfrm>
            <a:off x="2296475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51"/>
          <p:cNvSpPr/>
          <p:nvPr>
            <p:ph idx="19" type="pic"/>
          </p:nvPr>
        </p:nvSpPr>
        <p:spPr>
          <a:xfrm>
            <a:off x="2296475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4" name="Google Shape;304;p51"/>
          <p:cNvSpPr/>
          <p:nvPr>
            <p:ph idx="20" type="pic"/>
          </p:nvPr>
        </p:nvSpPr>
        <p:spPr>
          <a:xfrm>
            <a:off x="2296475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51"/>
          <p:cNvSpPr/>
          <p:nvPr>
            <p:ph idx="21" type="pic"/>
          </p:nvPr>
        </p:nvSpPr>
        <p:spPr>
          <a:xfrm>
            <a:off x="3865000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51"/>
          <p:cNvSpPr/>
          <p:nvPr>
            <p:ph idx="22" type="pic"/>
          </p:nvPr>
        </p:nvSpPr>
        <p:spPr>
          <a:xfrm>
            <a:off x="3865000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51"/>
          <p:cNvSpPr/>
          <p:nvPr>
            <p:ph idx="23" type="pic"/>
          </p:nvPr>
        </p:nvSpPr>
        <p:spPr>
          <a:xfrm>
            <a:off x="3865000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51"/>
          <p:cNvSpPr/>
          <p:nvPr>
            <p:ph idx="24" type="pic"/>
          </p:nvPr>
        </p:nvSpPr>
        <p:spPr>
          <a:xfrm>
            <a:off x="5433525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51"/>
          <p:cNvSpPr/>
          <p:nvPr>
            <p:ph idx="25" type="pic"/>
          </p:nvPr>
        </p:nvSpPr>
        <p:spPr>
          <a:xfrm>
            <a:off x="5433525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10" name="Google Shape;310;p51"/>
          <p:cNvSpPr/>
          <p:nvPr>
            <p:ph idx="26" type="pic"/>
          </p:nvPr>
        </p:nvSpPr>
        <p:spPr>
          <a:xfrm>
            <a:off x="5433525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51"/>
          <p:cNvSpPr/>
          <p:nvPr>
            <p:ph idx="27" type="pic"/>
          </p:nvPr>
        </p:nvSpPr>
        <p:spPr>
          <a:xfrm>
            <a:off x="7002050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51"/>
          <p:cNvSpPr/>
          <p:nvPr>
            <p:ph idx="28" type="pic"/>
          </p:nvPr>
        </p:nvSpPr>
        <p:spPr>
          <a:xfrm>
            <a:off x="7002050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51"/>
          <p:cNvSpPr/>
          <p:nvPr>
            <p:ph idx="29" type="pic"/>
          </p:nvPr>
        </p:nvSpPr>
        <p:spPr>
          <a:xfrm>
            <a:off x="7002050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s - Load Time Optimization">
  <p:cSld name="CUSTOM_13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2"/>
          <p:cNvSpPr/>
          <p:nvPr>
            <p:ph idx="2" type="pic"/>
          </p:nvPr>
        </p:nvSpPr>
        <p:spPr>
          <a:xfrm>
            <a:off x="791050" y="1977650"/>
            <a:ext cx="1307100" cy="19566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52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17" name="Google Shape;317;p52"/>
          <p:cNvSpPr txBox="1"/>
          <p:nvPr>
            <p:ph type="title"/>
          </p:nvPr>
        </p:nvSpPr>
        <p:spPr>
          <a:xfrm>
            <a:off x="661576" y="424275"/>
            <a:ext cx="78909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52"/>
          <p:cNvSpPr txBox="1"/>
          <p:nvPr>
            <p:ph idx="3" type="body"/>
          </p:nvPr>
        </p:nvSpPr>
        <p:spPr>
          <a:xfrm>
            <a:off x="1890825" y="3120325"/>
            <a:ext cx="11862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●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○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■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●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○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■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●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○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■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19" name="Google Shape;319;p52"/>
          <p:cNvSpPr txBox="1"/>
          <p:nvPr>
            <p:ph idx="4" type="body"/>
          </p:nvPr>
        </p:nvSpPr>
        <p:spPr>
          <a:xfrm>
            <a:off x="1890825" y="3446750"/>
            <a:ext cx="1186200" cy="8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●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○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■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●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○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■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●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○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■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320" name="Google Shape;320;p52"/>
          <p:cNvSpPr/>
          <p:nvPr>
            <p:ph idx="5" type="pic"/>
          </p:nvPr>
        </p:nvSpPr>
        <p:spPr>
          <a:xfrm>
            <a:off x="1890828" y="2891499"/>
            <a:ext cx="277800" cy="2778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52"/>
          <p:cNvSpPr txBox="1"/>
          <p:nvPr>
            <p:ph idx="6" type="subTitle"/>
          </p:nvPr>
        </p:nvSpPr>
        <p:spPr>
          <a:xfrm>
            <a:off x="5908675" y="1894800"/>
            <a:ext cx="24510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22" name="Google Shape;322;p52"/>
          <p:cNvSpPr txBox="1"/>
          <p:nvPr>
            <p:ph idx="7" type="body"/>
          </p:nvPr>
        </p:nvSpPr>
        <p:spPr>
          <a:xfrm>
            <a:off x="5901025" y="2091050"/>
            <a:ext cx="27621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23" name="Google Shape;323;p52"/>
          <p:cNvSpPr txBox="1"/>
          <p:nvPr>
            <p:ph idx="8" type="body"/>
          </p:nvPr>
        </p:nvSpPr>
        <p:spPr>
          <a:xfrm>
            <a:off x="5908675" y="3140275"/>
            <a:ext cx="2712300" cy="15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s - Collaboration">
  <p:cSld name="CUSTOM_13_1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3"/>
          <p:cNvSpPr/>
          <p:nvPr>
            <p:ph idx="2" type="pic"/>
          </p:nvPr>
        </p:nvSpPr>
        <p:spPr>
          <a:xfrm>
            <a:off x="2876100" y="1977650"/>
            <a:ext cx="1307100" cy="1956600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53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27" name="Google Shape;327;p53"/>
          <p:cNvSpPr txBox="1"/>
          <p:nvPr>
            <p:ph type="title"/>
          </p:nvPr>
        </p:nvSpPr>
        <p:spPr>
          <a:xfrm>
            <a:off x="661575" y="424275"/>
            <a:ext cx="77406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53"/>
          <p:cNvSpPr/>
          <p:nvPr>
            <p:ph idx="3" type="pic"/>
          </p:nvPr>
        </p:nvSpPr>
        <p:spPr>
          <a:xfrm>
            <a:off x="1890828" y="2891499"/>
            <a:ext cx="277800" cy="277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53"/>
          <p:cNvSpPr txBox="1"/>
          <p:nvPr>
            <p:ph idx="4" type="subTitle"/>
          </p:nvPr>
        </p:nvSpPr>
        <p:spPr>
          <a:xfrm>
            <a:off x="5908675" y="1894800"/>
            <a:ext cx="24510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30" name="Google Shape;330;p53"/>
          <p:cNvSpPr txBox="1"/>
          <p:nvPr>
            <p:ph idx="5" type="body"/>
          </p:nvPr>
        </p:nvSpPr>
        <p:spPr>
          <a:xfrm>
            <a:off x="5901025" y="2091050"/>
            <a:ext cx="24588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31" name="Google Shape;331;p53"/>
          <p:cNvSpPr txBox="1"/>
          <p:nvPr>
            <p:ph idx="6" type="body"/>
          </p:nvPr>
        </p:nvSpPr>
        <p:spPr>
          <a:xfrm>
            <a:off x="5908675" y="3140275"/>
            <a:ext cx="2450700" cy="15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s - HitGub Integration">
  <p:cSld name="CUSTOM_13_1_1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4"/>
          <p:cNvSpPr/>
          <p:nvPr>
            <p:ph idx="2" type="pic"/>
          </p:nvPr>
        </p:nvSpPr>
        <p:spPr>
          <a:xfrm>
            <a:off x="4960075" y="1977650"/>
            <a:ext cx="1307100" cy="19566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54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35" name="Google Shape;335;p54"/>
          <p:cNvSpPr/>
          <p:nvPr>
            <p:ph idx="3" type="pic"/>
          </p:nvPr>
        </p:nvSpPr>
        <p:spPr>
          <a:xfrm>
            <a:off x="6068328" y="2891499"/>
            <a:ext cx="277800" cy="2778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54"/>
          <p:cNvSpPr txBox="1"/>
          <p:nvPr>
            <p:ph idx="4" type="subTitle"/>
          </p:nvPr>
        </p:nvSpPr>
        <p:spPr>
          <a:xfrm>
            <a:off x="684150" y="1894800"/>
            <a:ext cx="24510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37" name="Google Shape;337;p54"/>
          <p:cNvSpPr txBox="1"/>
          <p:nvPr>
            <p:ph idx="5" type="body"/>
          </p:nvPr>
        </p:nvSpPr>
        <p:spPr>
          <a:xfrm>
            <a:off x="676500" y="2091050"/>
            <a:ext cx="27426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38" name="Google Shape;338;p54"/>
          <p:cNvSpPr txBox="1"/>
          <p:nvPr>
            <p:ph idx="6" type="body"/>
          </p:nvPr>
        </p:nvSpPr>
        <p:spPr>
          <a:xfrm>
            <a:off x="684150" y="3140275"/>
            <a:ext cx="2450700" cy="15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339" name="Google Shape;339;p54"/>
          <p:cNvSpPr txBox="1"/>
          <p:nvPr>
            <p:ph type="title"/>
          </p:nvPr>
        </p:nvSpPr>
        <p:spPr>
          <a:xfrm>
            <a:off x="661575" y="424275"/>
            <a:ext cx="77406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s - Event Tracking">
  <p:cSld name="CUSTOM_13_1_1_1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5"/>
          <p:cNvSpPr/>
          <p:nvPr>
            <p:ph idx="2" type="pic"/>
          </p:nvPr>
        </p:nvSpPr>
        <p:spPr>
          <a:xfrm>
            <a:off x="7053750" y="1977650"/>
            <a:ext cx="1307100" cy="19566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55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43" name="Google Shape;343;p55"/>
          <p:cNvSpPr txBox="1"/>
          <p:nvPr>
            <p:ph type="title"/>
          </p:nvPr>
        </p:nvSpPr>
        <p:spPr>
          <a:xfrm>
            <a:off x="661576" y="424275"/>
            <a:ext cx="78558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55"/>
          <p:cNvSpPr/>
          <p:nvPr>
            <p:ph idx="3" type="pic"/>
          </p:nvPr>
        </p:nvSpPr>
        <p:spPr>
          <a:xfrm>
            <a:off x="6068328" y="2891499"/>
            <a:ext cx="277800" cy="277800"/>
          </a:xfrm>
          <a:prstGeom prst="rect">
            <a:avLst/>
          </a:prstGeom>
          <a:noFill/>
          <a:ln>
            <a:noFill/>
          </a:ln>
        </p:spPr>
      </p:sp>
      <p:sp>
        <p:nvSpPr>
          <p:cNvPr id="345" name="Google Shape;345;p55"/>
          <p:cNvSpPr txBox="1"/>
          <p:nvPr>
            <p:ph idx="4" type="subTitle"/>
          </p:nvPr>
        </p:nvSpPr>
        <p:spPr>
          <a:xfrm>
            <a:off x="684150" y="1894800"/>
            <a:ext cx="24510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46" name="Google Shape;346;p55"/>
          <p:cNvSpPr txBox="1"/>
          <p:nvPr>
            <p:ph idx="5" type="body"/>
          </p:nvPr>
        </p:nvSpPr>
        <p:spPr>
          <a:xfrm>
            <a:off x="676500" y="2091050"/>
            <a:ext cx="26775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47" name="Google Shape;347;p55"/>
          <p:cNvSpPr txBox="1"/>
          <p:nvPr>
            <p:ph idx="6" type="body"/>
          </p:nvPr>
        </p:nvSpPr>
        <p:spPr>
          <a:xfrm>
            <a:off x="684150" y="3140275"/>
            <a:ext cx="2450700" cy="15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 - Risks">
  <p:cSld name="CUSTOM_14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6"/>
          <p:cNvSpPr/>
          <p:nvPr>
            <p:ph idx="2" type="pic"/>
          </p:nvPr>
        </p:nvSpPr>
        <p:spPr>
          <a:xfrm>
            <a:off x="5215175" y="0"/>
            <a:ext cx="3928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56"/>
          <p:cNvSpPr txBox="1"/>
          <p:nvPr>
            <p:ph idx="1" type="body"/>
          </p:nvPr>
        </p:nvSpPr>
        <p:spPr>
          <a:xfrm>
            <a:off x="687900" y="292725"/>
            <a:ext cx="37554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51" name="Google Shape;351;p56"/>
          <p:cNvSpPr txBox="1"/>
          <p:nvPr>
            <p:ph idx="3" type="subTitle"/>
          </p:nvPr>
        </p:nvSpPr>
        <p:spPr>
          <a:xfrm>
            <a:off x="689235" y="531804"/>
            <a:ext cx="37542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2" name="Google Shape;352;p56"/>
          <p:cNvSpPr txBox="1"/>
          <p:nvPr>
            <p:ph idx="4" type="body"/>
          </p:nvPr>
        </p:nvSpPr>
        <p:spPr>
          <a:xfrm>
            <a:off x="688425" y="941550"/>
            <a:ext cx="3755400" cy="16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353" name="Google Shape;353;p56"/>
          <p:cNvSpPr txBox="1"/>
          <p:nvPr>
            <p:ph idx="5" type="body"/>
          </p:nvPr>
        </p:nvSpPr>
        <p:spPr>
          <a:xfrm>
            <a:off x="1129400" y="2768850"/>
            <a:ext cx="3314400" cy="16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6">
    <p:bg>
      <p:bgPr>
        <a:solidFill>
          <a:schemeClr val="accent3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7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56" name="Google Shape;356;p57"/>
          <p:cNvSpPr txBox="1"/>
          <p:nvPr>
            <p:ph type="title"/>
          </p:nvPr>
        </p:nvSpPr>
        <p:spPr>
          <a:xfrm>
            <a:off x="646035" y="424278"/>
            <a:ext cx="51513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57"/>
          <p:cNvSpPr txBox="1"/>
          <p:nvPr>
            <p:ph idx="2" type="body"/>
          </p:nvPr>
        </p:nvSpPr>
        <p:spPr>
          <a:xfrm>
            <a:off x="688425" y="1433475"/>
            <a:ext cx="2867400" cy="16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58" name="Google Shape;358;p57"/>
          <p:cNvSpPr txBox="1"/>
          <p:nvPr>
            <p:ph idx="3" type="body"/>
          </p:nvPr>
        </p:nvSpPr>
        <p:spPr>
          <a:xfrm>
            <a:off x="4724950" y="3620575"/>
            <a:ext cx="38850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359" name="Google Shape;359;p57"/>
          <p:cNvSpPr txBox="1"/>
          <p:nvPr>
            <p:ph idx="4" type="body"/>
          </p:nvPr>
        </p:nvSpPr>
        <p:spPr>
          <a:xfrm>
            <a:off x="4724950" y="2596937"/>
            <a:ext cx="38850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360" name="Google Shape;360;p57"/>
          <p:cNvSpPr txBox="1"/>
          <p:nvPr>
            <p:ph idx="5" type="body"/>
          </p:nvPr>
        </p:nvSpPr>
        <p:spPr>
          <a:xfrm>
            <a:off x="4724950" y="1567600"/>
            <a:ext cx="38850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&amp;A">
  <p:cSld name="CUSTOM_17">
    <p:bg>
      <p:bgPr>
        <a:solidFill>
          <a:schemeClr val="accent3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8"/>
          <p:cNvSpPr txBox="1"/>
          <p:nvPr>
            <p:ph type="title"/>
          </p:nvPr>
        </p:nvSpPr>
        <p:spPr>
          <a:xfrm>
            <a:off x="667650" y="230375"/>
            <a:ext cx="7692300" cy="25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3" name="Google Shape;363;p58"/>
          <p:cNvSpPr txBox="1"/>
          <p:nvPr>
            <p:ph idx="2" type="title"/>
          </p:nvPr>
        </p:nvSpPr>
        <p:spPr>
          <a:xfrm>
            <a:off x="667650" y="3872300"/>
            <a:ext cx="7692300" cy="9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8">
    <p:bg>
      <p:bgPr>
        <a:solidFill>
          <a:schemeClr val="accent3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9"/>
          <p:cNvSpPr/>
          <p:nvPr>
            <p:ph idx="2" type="pic"/>
          </p:nvPr>
        </p:nvSpPr>
        <p:spPr>
          <a:xfrm>
            <a:off x="4700175" y="0"/>
            <a:ext cx="4443900" cy="2991000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59"/>
          <p:cNvSpPr txBox="1"/>
          <p:nvPr>
            <p:ph type="title"/>
          </p:nvPr>
        </p:nvSpPr>
        <p:spPr>
          <a:xfrm>
            <a:off x="407350" y="3366041"/>
            <a:ext cx="8270100" cy="1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cxnSp>
        <p:nvCxnSpPr>
          <p:cNvPr id="367" name="Google Shape;367;p59"/>
          <p:cNvCxnSpPr/>
          <p:nvPr/>
        </p:nvCxnSpPr>
        <p:spPr>
          <a:xfrm>
            <a:off x="-3150" y="677850"/>
            <a:ext cx="5232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19">
    <p:bg>
      <p:bgPr>
        <a:solidFill>
          <a:schemeClr val="accent3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0"/>
          <p:cNvSpPr/>
          <p:nvPr>
            <p:ph idx="2" type="pic"/>
          </p:nvPr>
        </p:nvSpPr>
        <p:spPr>
          <a:xfrm>
            <a:off x="8710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370" name="Google Shape;370;p60"/>
          <p:cNvSpPr/>
          <p:nvPr>
            <p:ph idx="3" type="pic"/>
          </p:nvPr>
        </p:nvSpPr>
        <p:spPr>
          <a:xfrm>
            <a:off x="36286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371" name="Google Shape;371;p60"/>
          <p:cNvSpPr/>
          <p:nvPr>
            <p:ph idx="4" type="pic"/>
          </p:nvPr>
        </p:nvSpPr>
        <p:spPr>
          <a:xfrm>
            <a:off x="63862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2">
  <p:cSld name="CUSTOM_19_2">
    <p:bg>
      <p:bgPr>
        <a:solidFill>
          <a:schemeClr val="lt2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1"/>
          <p:cNvSpPr/>
          <p:nvPr>
            <p:ph idx="2" type="pic"/>
          </p:nvPr>
        </p:nvSpPr>
        <p:spPr>
          <a:xfrm>
            <a:off x="8710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374" name="Google Shape;374;p61"/>
          <p:cNvSpPr/>
          <p:nvPr>
            <p:ph idx="3" type="pic"/>
          </p:nvPr>
        </p:nvSpPr>
        <p:spPr>
          <a:xfrm>
            <a:off x="36286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375" name="Google Shape;375;p61"/>
          <p:cNvSpPr/>
          <p:nvPr>
            <p:ph idx="4" type="pic"/>
          </p:nvPr>
        </p:nvSpPr>
        <p:spPr>
          <a:xfrm>
            <a:off x="63862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">
  <p:cSld name="CUSTOM_19_1">
    <p:bg>
      <p:bgPr>
        <a:solidFill>
          <a:schemeClr val="accent4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2"/>
          <p:cNvSpPr/>
          <p:nvPr/>
        </p:nvSpPr>
        <p:spPr>
          <a:xfrm rot="-5400000">
            <a:off x="3536425" y="-458475"/>
            <a:ext cx="5185800" cy="60648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62"/>
          <p:cNvSpPr/>
          <p:nvPr/>
        </p:nvSpPr>
        <p:spPr>
          <a:xfrm rot="-5400000">
            <a:off x="-1042850" y="1013775"/>
            <a:ext cx="5178300" cy="31128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62"/>
          <p:cNvSpPr/>
          <p:nvPr>
            <p:ph idx="2" type="pic"/>
          </p:nvPr>
        </p:nvSpPr>
        <p:spPr>
          <a:xfrm>
            <a:off x="777750" y="938695"/>
            <a:ext cx="1598400" cy="3413100"/>
          </a:xfrm>
          <a:prstGeom prst="roundRect">
            <a:avLst>
              <a:gd fmla="val 11038" name="adj"/>
            </a:avLst>
          </a:prstGeom>
          <a:noFill/>
          <a:ln>
            <a:noFill/>
          </a:ln>
        </p:spPr>
      </p:sp>
      <p:sp>
        <p:nvSpPr>
          <p:cNvPr id="380" name="Google Shape;380;p62"/>
          <p:cNvSpPr/>
          <p:nvPr>
            <p:ph idx="3" type="pic"/>
          </p:nvPr>
        </p:nvSpPr>
        <p:spPr>
          <a:xfrm>
            <a:off x="4115400" y="921995"/>
            <a:ext cx="4127700" cy="2333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20">
    <p:bg>
      <p:bgPr>
        <a:solidFill>
          <a:schemeClr val="lt2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3"/>
          <p:cNvSpPr/>
          <p:nvPr>
            <p:ph idx="2" type="pic"/>
          </p:nvPr>
        </p:nvSpPr>
        <p:spPr>
          <a:xfrm>
            <a:off x="936975" y="869000"/>
            <a:ext cx="1607400" cy="3413100"/>
          </a:xfrm>
          <a:prstGeom prst="roundRect">
            <a:avLst>
              <a:gd fmla="val 11038" name="adj"/>
            </a:avLst>
          </a:prstGeom>
          <a:noFill/>
          <a:ln>
            <a:noFill/>
          </a:ln>
        </p:spPr>
      </p:sp>
      <p:sp>
        <p:nvSpPr>
          <p:cNvPr id="383" name="Google Shape;383;p63"/>
          <p:cNvSpPr/>
          <p:nvPr>
            <p:ph idx="3" type="pic"/>
          </p:nvPr>
        </p:nvSpPr>
        <p:spPr>
          <a:xfrm>
            <a:off x="3514600" y="869000"/>
            <a:ext cx="4798800" cy="3413100"/>
          </a:xfrm>
          <a:prstGeom prst="roundRect">
            <a:avLst>
              <a:gd fmla="val 463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1">
    <p:bg>
      <p:bgPr>
        <a:solidFill>
          <a:schemeClr val="lt1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4"/>
          <p:cNvSpPr/>
          <p:nvPr>
            <p:ph idx="2" type="pic"/>
          </p:nvPr>
        </p:nvSpPr>
        <p:spPr>
          <a:xfrm>
            <a:off x="2068775" y="933200"/>
            <a:ext cx="4994100" cy="3125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Phone mockup">
  <p:cSld name="CUSTOM_22_1">
    <p:bg>
      <p:bgPr>
        <a:solidFill>
          <a:schemeClr val="accent3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5"/>
          <p:cNvSpPr/>
          <p:nvPr>
            <p:ph idx="2" type="pic"/>
          </p:nvPr>
        </p:nvSpPr>
        <p:spPr>
          <a:xfrm>
            <a:off x="6682707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388" name="Google Shape;388;p65"/>
          <p:cNvSpPr/>
          <p:nvPr>
            <p:ph idx="3" type="pic"/>
          </p:nvPr>
        </p:nvSpPr>
        <p:spPr>
          <a:xfrm>
            <a:off x="4143672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389" name="Google Shape;389;p65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90" name="Google Shape;390;p65"/>
          <p:cNvSpPr txBox="1"/>
          <p:nvPr>
            <p:ph idx="4" type="body"/>
          </p:nvPr>
        </p:nvSpPr>
        <p:spPr>
          <a:xfrm>
            <a:off x="689250" y="3870075"/>
            <a:ext cx="19680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●"/>
              <a:defRPr sz="8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○"/>
              <a:defRPr sz="8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■"/>
              <a:defRPr sz="8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●"/>
              <a:defRPr sz="8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○"/>
              <a:defRPr sz="800"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■"/>
              <a:defRPr sz="8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●"/>
              <a:defRPr sz="8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○"/>
              <a:defRPr sz="8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■"/>
              <a:defRPr sz="8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91" name="Google Shape;391;p65"/>
          <p:cNvSpPr txBox="1"/>
          <p:nvPr>
            <p:ph idx="5" type="subTitle"/>
          </p:nvPr>
        </p:nvSpPr>
        <p:spPr>
          <a:xfrm>
            <a:off x="689050" y="531800"/>
            <a:ext cx="16071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Devices mockup">
  <p:cSld name="CUSTOM_24_1">
    <p:bg>
      <p:bgPr>
        <a:solidFill>
          <a:schemeClr val="lt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6"/>
          <p:cNvSpPr txBox="1"/>
          <p:nvPr>
            <p:ph idx="1" type="body"/>
          </p:nvPr>
        </p:nvSpPr>
        <p:spPr>
          <a:xfrm>
            <a:off x="687900" y="292725"/>
            <a:ext cx="14715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94" name="Google Shape;394;p66"/>
          <p:cNvSpPr txBox="1"/>
          <p:nvPr>
            <p:ph idx="2" type="body"/>
          </p:nvPr>
        </p:nvSpPr>
        <p:spPr>
          <a:xfrm>
            <a:off x="5484300" y="292725"/>
            <a:ext cx="29970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●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○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■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●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○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■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●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○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■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54" Type="http://schemas.openxmlformats.org/officeDocument/2006/relationships/theme" Target="../theme/theme2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359800" y="4851000"/>
            <a:ext cx="261300" cy="292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0" spcFirstLastPara="1" rIns="0" wrap="square" tIns="0">
            <a:noAutofit/>
          </a:bodyPr>
          <a:lstStyle>
            <a:lvl1pPr lvl="0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163200" y="76200"/>
            <a:ext cx="8457900" cy="9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exend Light"/>
              <a:buNone/>
              <a:defRPr sz="4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136825" y="2540475"/>
            <a:ext cx="4209300" cy="21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"/>
              <a:buChar char="●"/>
              <a:defRPr sz="1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exend"/>
              <a:buChar char="○"/>
              <a:defRPr sz="15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exend"/>
              <a:buChar char="●"/>
              <a:defRPr sz="13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○"/>
              <a:defRPr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exend"/>
              <a:buChar char="■"/>
              <a:defRPr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Char char="●"/>
              <a:defRPr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"/>
              <a:buChar char="○"/>
              <a:defRPr sz="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 sz="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29">
          <p15:clr>
            <a:srgbClr val="E46962"/>
          </p15:clr>
        </p15:guide>
        <p15:guide id="2" pos="494">
          <p15:clr>
            <a:srgbClr val="E46962"/>
          </p15:clr>
        </p15:guide>
        <p15:guide id="3" pos="823">
          <p15:clr>
            <a:srgbClr val="E46962"/>
          </p15:clr>
        </p15:guide>
        <p15:guide id="4" pos="988">
          <p15:clr>
            <a:srgbClr val="E46962"/>
          </p15:clr>
        </p15:guide>
        <p15:guide id="5" pos="1317">
          <p15:clr>
            <a:srgbClr val="E46962"/>
          </p15:clr>
        </p15:guide>
        <p15:guide id="6" pos="1482">
          <p15:clr>
            <a:srgbClr val="E46962"/>
          </p15:clr>
        </p15:guide>
        <p15:guide id="7" pos="1811">
          <p15:clr>
            <a:srgbClr val="E46962"/>
          </p15:clr>
        </p15:guide>
        <p15:guide id="8" pos="1976">
          <p15:clr>
            <a:srgbClr val="E46962"/>
          </p15:clr>
        </p15:guide>
        <p15:guide id="9" pos="2305">
          <p15:clr>
            <a:srgbClr val="E46962"/>
          </p15:clr>
        </p15:guide>
        <p15:guide id="10" pos="2470">
          <p15:clr>
            <a:srgbClr val="E46962"/>
          </p15:clr>
        </p15:guide>
        <p15:guide id="11" pos="2799">
          <p15:clr>
            <a:srgbClr val="E46962"/>
          </p15:clr>
        </p15:guide>
        <p15:guide id="12" pos="5431">
          <p15:clr>
            <a:srgbClr val="E46962"/>
          </p15:clr>
        </p15:guide>
        <p15:guide id="13" pos="5266">
          <p15:clr>
            <a:srgbClr val="E46962"/>
          </p15:clr>
        </p15:guide>
        <p15:guide id="14" pos="4937">
          <p15:clr>
            <a:srgbClr val="E46962"/>
          </p15:clr>
        </p15:guide>
        <p15:guide id="15" pos="4772">
          <p15:clr>
            <a:srgbClr val="E46962"/>
          </p15:clr>
        </p15:guide>
        <p15:guide id="16" pos="4443">
          <p15:clr>
            <a:srgbClr val="E46962"/>
          </p15:clr>
        </p15:guide>
        <p15:guide id="17" pos="4278">
          <p15:clr>
            <a:srgbClr val="E46962"/>
          </p15:clr>
        </p15:guide>
        <p15:guide id="18" pos="3949">
          <p15:clr>
            <a:srgbClr val="E46962"/>
          </p15:clr>
        </p15:guide>
        <p15:guide id="19" pos="3784">
          <p15:clr>
            <a:srgbClr val="E46962"/>
          </p15:clr>
        </p15:guide>
        <p15:guide id="20" pos="3455">
          <p15:clr>
            <a:srgbClr val="E46962"/>
          </p15:clr>
        </p15:guide>
        <p15:guide id="21" pos="3290">
          <p15:clr>
            <a:srgbClr val="E46962"/>
          </p15:clr>
        </p15:guide>
        <p15:guide id="22" pos="296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researchgate.net/publication/394977255_Traditional_RAG_vs_Agentic_RAG_A_Comparative_Study_of_Retrieval-Augmented_Systems" TargetMode="External"/><Relationship Id="rId4" Type="http://schemas.openxmlformats.org/officeDocument/2006/relationships/hyperlink" Target="https://machine-learning-made-simple.medium.com/how-iqidis-uses-knowledge-intensive-rag-for-legal-ai-dd62776a4c25" TargetMode="External"/><Relationship Id="rId5" Type="http://schemas.openxmlformats.org/officeDocument/2006/relationships/hyperlink" Target="https://www.harvey.ai/blog/how-agentic-search-unlocks-legal-research-intelligenc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7"/>
          <p:cNvSpPr txBox="1"/>
          <p:nvPr>
            <p:ph type="title"/>
          </p:nvPr>
        </p:nvSpPr>
        <p:spPr>
          <a:xfrm>
            <a:off x="303700" y="355500"/>
            <a:ext cx="8421600" cy="5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The Progression of Legal AI: </a:t>
            </a:r>
            <a:endParaRPr sz="3000"/>
          </a:p>
        </p:txBody>
      </p:sp>
      <p:sp>
        <p:nvSpPr>
          <p:cNvPr id="400" name="Google Shape;400;p67"/>
          <p:cNvSpPr txBox="1"/>
          <p:nvPr>
            <p:ph idx="1" type="subTitle"/>
          </p:nvPr>
        </p:nvSpPr>
        <p:spPr>
          <a:xfrm>
            <a:off x="303700" y="1070150"/>
            <a:ext cx="6337200" cy="9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From Traditional RAG to Agentic RAG</a:t>
            </a:r>
            <a:endParaRPr sz="1800"/>
          </a:p>
        </p:txBody>
      </p:sp>
      <p:sp>
        <p:nvSpPr>
          <p:cNvPr id="401" name="Google Shape;401;p67"/>
          <p:cNvSpPr txBox="1"/>
          <p:nvPr>
            <p:ph idx="2" type="body"/>
          </p:nvPr>
        </p:nvSpPr>
        <p:spPr>
          <a:xfrm>
            <a:off x="341375" y="4655800"/>
            <a:ext cx="2088300" cy="2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Caroline Delva - Nandini Kodali </a:t>
            </a:r>
            <a:endParaRPr/>
          </a:p>
        </p:txBody>
      </p:sp>
      <p:sp>
        <p:nvSpPr>
          <p:cNvPr id="402" name="Google Shape;402;p67"/>
          <p:cNvSpPr txBox="1"/>
          <p:nvPr>
            <p:ph idx="4" type="body"/>
          </p:nvPr>
        </p:nvSpPr>
        <p:spPr>
          <a:xfrm>
            <a:off x="2652248" y="4655800"/>
            <a:ext cx="1940700" cy="2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March </a:t>
            </a:r>
            <a:r>
              <a:rPr lang="en"/>
              <a:t>2026</a:t>
            </a:r>
            <a:endParaRPr/>
          </a:p>
        </p:txBody>
      </p:sp>
      <p:pic>
        <p:nvPicPr>
          <p:cNvPr descr="Lawyer services. Attorney or notary holds paper document with verdict. Help in court. Law and justice concept. Legal advice. Scales, gavel and law books. Jurisprudence. (Provided by Getty Images)" id="403" name="Google Shape;403;p67"/>
          <p:cNvPicPr preferRelativeResize="0"/>
          <p:nvPr>
            <p:ph idx="5" type="pic"/>
          </p:nvPr>
        </p:nvPicPr>
        <p:blipFill rotWithShape="1">
          <a:blip r:embed="rId3">
            <a:alphaModFix/>
          </a:blip>
          <a:srcRect b="0" l="524" r="515" t="0"/>
          <a:stretch/>
        </p:blipFill>
        <p:spPr>
          <a:xfrm>
            <a:off x="4309550" y="1725950"/>
            <a:ext cx="4834452" cy="3417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8"/>
          <p:cNvSpPr txBox="1"/>
          <p:nvPr>
            <p:ph type="title"/>
          </p:nvPr>
        </p:nvSpPr>
        <p:spPr>
          <a:xfrm>
            <a:off x="674925" y="289225"/>
            <a:ext cx="65988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Content</a:t>
            </a:r>
            <a:endParaRPr sz="2400"/>
          </a:p>
        </p:txBody>
      </p:sp>
      <p:sp>
        <p:nvSpPr>
          <p:cNvPr id="409" name="Google Shape;409;p68"/>
          <p:cNvSpPr txBox="1"/>
          <p:nvPr/>
        </p:nvSpPr>
        <p:spPr>
          <a:xfrm>
            <a:off x="798174" y="999225"/>
            <a:ext cx="64755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Why Retrieval-Augmented Generation Matters in Legal AI</a:t>
            </a:r>
            <a:endParaRPr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Traditional RAG Architecture and Example</a:t>
            </a:r>
            <a:endParaRPr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Agentic RAG Systems</a:t>
            </a:r>
            <a:endParaRPr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Comparison: Traditional RAG vs. Agentic RAG</a:t>
            </a:r>
            <a:endParaRPr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Conclusions and Key Takeaways</a:t>
            </a:r>
            <a:endParaRPr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cxnSp>
        <p:nvCxnSpPr>
          <p:cNvPr id="410" name="Google Shape;410;p68"/>
          <p:cNvCxnSpPr/>
          <p:nvPr/>
        </p:nvCxnSpPr>
        <p:spPr>
          <a:xfrm>
            <a:off x="798175" y="808975"/>
            <a:ext cx="6508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1" name="Google Shape;411;p68"/>
          <p:cNvSpPr txBox="1"/>
          <p:nvPr/>
        </p:nvSpPr>
        <p:spPr>
          <a:xfrm>
            <a:off x="798176" y="3173900"/>
            <a:ext cx="359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9"/>
          <p:cNvSpPr txBox="1"/>
          <p:nvPr>
            <p:ph idx="2" type="body"/>
          </p:nvPr>
        </p:nvSpPr>
        <p:spPr>
          <a:xfrm>
            <a:off x="4102775" y="3593450"/>
            <a:ext cx="49836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Indexed legal data allows systems to update knowledge easily and show which documents support an answer.</a:t>
            </a:r>
            <a:endParaRPr/>
          </a:p>
        </p:txBody>
      </p:sp>
      <p:sp>
        <p:nvSpPr>
          <p:cNvPr id="417" name="Google Shape;417;p69"/>
          <p:cNvSpPr txBox="1"/>
          <p:nvPr>
            <p:ph idx="3" type="body"/>
          </p:nvPr>
        </p:nvSpPr>
        <p:spPr>
          <a:xfrm>
            <a:off x="4102775" y="2858575"/>
            <a:ext cx="51063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RAG improves reliability by retrieving relevant legal documents before generating answers</a:t>
            </a:r>
            <a:endParaRPr/>
          </a:p>
        </p:txBody>
      </p:sp>
      <p:sp>
        <p:nvSpPr>
          <p:cNvPr id="418" name="Google Shape;418;p69"/>
          <p:cNvSpPr txBox="1"/>
          <p:nvPr>
            <p:ph idx="4" type="body"/>
          </p:nvPr>
        </p:nvSpPr>
        <p:spPr>
          <a:xfrm>
            <a:off x="4102775" y="2135625"/>
            <a:ext cx="49362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Law is highly nuanced and context-dependent</a:t>
            </a:r>
            <a:endParaRPr/>
          </a:p>
        </p:txBody>
      </p:sp>
      <p:sp>
        <p:nvSpPr>
          <p:cNvPr id="419" name="Google Shape;419;p69"/>
          <p:cNvSpPr txBox="1"/>
          <p:nvPr>
            <p:ph idx="5" type="body"/>
          </p:nvPr>
        </p:nvSpPr>
        <p:spPr>
          <a:xfrm>
            <a:off x="4102775" y="1406300"/>
            <a:ext cx="49836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Legal expertise is high-stake and expensive </a:t>
            </a:r>
            <a:endParaRPr/>
          </a:p>
        </p:txBody>
      </p:sp>
      <p:sp>
        <p:nvSpPr>
          <p:cNvPr id="420" name="Google Shape;420;p69"/>
          <p:cNvSpPr txBox="1"/>
          <p:nvPr>
            <p:ph idx="4294967295" type="subTitle"/>
          </p:nvPr>
        </p:nvSpPr>
        <p:spPr>
          <a:xfrm>
            <a:off x="3772667" y="2975043"/>
            <a:ext cx="3435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21" name="Google Shape;421;p69"/>
          <p:cNvSpPr/>
          <p:nvPr/>
        </p:nvSpPr>
        <p:spPr>
          <a:xfrm>
            <a:off x="3847863" y="2976821"/>
            <a:ext cx="276900" cy="27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2" name="Google Shape;422;p69"/>
          <p:cNvSpPr/>
          <p:nvPr/>
        </p:nvSpPr>
        <p:spPr>
          <a:xfrm>
            <a:off x="3847850" y="2273971"/>
            <a:ext cx="276900" cy="27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3" name="Google Shape;423;p69"/>
          <p:cNvSpPr/>
          <p:nvPr/>
        </p:nvSpPr>
        <p:spPr>
          <a:xfrm>
            <a:off x="3847863" y="3715746"/>
            <a:ext cx="276900" cy="27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69"/>
          <p:cNvSpPr/>
          <p:nvPr/>
        </p:nvSpPr>
        <p:spPr>
          <a:xfrm>
            <a:off x="3847850" y="1548021"/>
            <a:ext cx="276900" cy="27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69"/>
          <p:cNvSpPr txBox="1"/>
          <p:nvPr>
            <p:ph idx="4294967295" type="subTitle"/>
          </p:nvPr>
        </p:nvSpPr>
        <p:spPr>
          <a:xfrm>
            <a:off x="3824196" y="3630996"/>
            <a:ext cx="3222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4 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426" name="Google Shape;426;p69"/>
          <p:cNvSpPr txBox="1"/>
          <p:nvPr>
            <p:ph idx="4294967295" type="subTitle"/>
          </p:nvPr>
        </p:nvSpPr>
        <p:spPr>
          <a:xfrm>
            <a:off x="3824196" y="2892071"/>
            <a:ext cx="3222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3 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427" name="Google Shape;427;p69"/>
          <p:cNvSpPr txBox="1"/>
          <p:nvPr>
            <p:ph idx="4294967295" type="subTitle"/>
          </p:nvPr>
        </p:nvSpPr>
        <p:spPr>
          <a:xfrm>
            <a:off x="3824196" y="2194996"/>
            <a:ext cx="3222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2 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428" name="Google Shape;428;p69"/>
          <p:cNvSpPr txBox="1"/>
          <p:nvPr>
            <p:ph idx="4294967295" type="subTitle"/>
          </p:nvPr>
        </p:nvSpPr>
        <p:spPr>
          <a:xfrm>
            <a:off x="3824196" y="1463271"/>
            <a:ext cx="3222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1 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429" name="Google Shape;429;p69"/>
          <p:cNvSpPr txBox="1"/>
          <p:nvPr>
            <p:ph idx="4294967295" type="title"/>
          </p:nvPr>
        </p:nvSpPr>
        <p:spPr>
          <a:xfrm>
            <a:off x="661575" y="538850"/>
            <a:ext cx="6193200" cy="75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Why RAG Matters in Legal AI</a:t>
            </a:r>
            <a:endParaRPr sz="18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70"/>
          <p:cNvSpPr txBox="1"/>
          <p:nvPr>
            <p:ph idx="3" type="body"/>
          </p:nvPr>
        </p:nvSpPr>
        <p:spPr>
          <a:xfrm>
            <a:off x="679350" y="1616800"/>
            <a:ext cx="4710000" cy="29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Query Encoding </a:t>
            </a:r>
            <a:r>
              <a:rPr lang="en" sz="1800">
                <a:solidFill>
                  <a:schemeClr val="dk2"/>
                </a:solidFill>
              </a:rPr>
              <a:t>– The user query is converted into a vector representation.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Document Retrieval </a:t>
            </a:r>
            <a:r>
              <a:rPr lang="en" sz="1800">
                <a:solidFill>
                  <a:schemeClr val="dk2"/>
                </a:solidFill>
              </a:rPr>
              <a:t>– The system retrieves the most relevant documents from an indexed corpus.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Context Fusion</a:t>
            </a:r>
            <a:r>
              <a:rPr lang="en" sz="1800">
                <a:solidFill>
                  <a:schemeClr val="dk2"/>
                </a:solidFill>
              </a:rPr>
              <a:t> – Retrieved documents are provided to the model as context.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Response Generation</a:t>
            </a:r>
            <a:r>
              <a:rPr lang="en" sz="1800">
                <a:solidFill>
                  <a:schemeClr val="dk2"/>
                </a:solidFill>
              </a:rPr>
              <a:t> – The language model generates the final output using that context.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435" name="Google Shape;435;p70"/>
          <p:cNvCxnSpPr/>
          <p:nvPr/>
        </p:nvCxnSpPr>
        <p:spPr>
          <a:xfrm>
            <a:off x="0" y="4492425"/>
            <a:ext cx="44427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6" name="Google Shape;436;p70"/>
          <p:cNvSpPr txBox="1"/>
          <p:nvPr>
            <p:ph type="title"/>
          </p:nvPr>
        </p:nvSpPr>
        <p:spPr>
          <a:xfrm>
            <a:off x="661575" y="538850"/>
            <a:ext cx="5151300" cy="75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Traditional RAG</a:t>
            </a:r>
            <a:endParaRPr sz="3000"/>
          </a:p>
        </p:txBody>
      </p:sp>
      <p:pic>
        <p:nvPicPr>
          <p:cNvPr id="437" name="Google Shape;437;p70" title="Screenshot 2026-03-08 at 6.30.0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8300" y="292725"/>
            <a:ext cx="2295525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1"/>
          <p:cNvSpPr txBox="1"/>
          <p:nvPr>
            <p:ph idx="1" type="body"/>
          </p:nvPr>
        </p:nvSpPr>
        <p:spPr>
          <a:xfrm>
            <a:off x="687900" y="292725"/>
            <a:ext cx="3233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RAG example</a:t>
            </a:r>
            <a:endParaRPr sz="1400"/>
          </a:p>
        </p:txBody>
      </p:sp>
      <p:sp>
        <p:nvSpPr>
          <p:cNvPr id="443" name="Google Shape;443;p71"/>
          <p:cNvSpPr txBox="1"/>
          <p:nvPr>
            <p:ph idx="2" type="subTitle"/>
          </p:nvPr>
        </p:nvSpPr>
        <p:spPr>
          <a:xfrm>
            <a:off x="689050" y="531800"/>
            <a:ext cx="6931800" cy="3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SemiBold"/>
                <a:ea typeface="Lexend SemiBold"/>
                <a:cs typeface="Lexend SemiBold"/>
                <a:sym typeface="Lexend SemiBold"/>
              </a:rPr>
              <a:t>IQIDIS: Knowledge-Intensive RAG for Legal AI</a:t>
            </a:r>
            <a:endParaRPr sz="180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444" name="Google Shape;444;p71"/>
          <p:cNvSpPr txBox="1"/>
          <p:nvPr>
            <p:ph idx="4" type="body"/>
          </p:nvPr>
        </p:nvSpPr>
        <p:spPr>
          <a:xfrm>
            <a:off x="1774150" y="1638125"/>
            <a:ext cx="24306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Uses specialized legal knowledge bases to support legal research and analysis.</a:t>
            </a:r>
            <a:endParaRPr/>
          </a:p>
        </p:txBody>
      </p:sp>
      <p:sp>
        <p:nvSpPr>
          <p:cNvPr id="445" name="Google Shape;445;p71"/>
          <p:cNvSpPr txBox="1"/>
          <p:nvPr>
            <p:ph idx="5" type="subTitle"/>
          </p:nvPr>
        </p:nvSpPr>
        <p:spPr>
          <a:xfrm>
            <a:off x="1774950" y="1364175"/>
            <a:ext cx="24306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 SemiBold"/>
                <a:ea typeface="Lexend SemiBold"/>
                <a:cs typeface="Lexend SemiBold"/>
                <a:sym typeface="Lexend SemiBold"/>
              </a:rPr>
              <a:t>KNOWLEDGE</a:t>
            </a:r>
            <a:endParaRPr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descr="Icon with several boxes." id="446" name="Google Shape;446;p71"/>
          <p:cNvPicPr preferRelativeResize="0"/>
          <p:nvPr>
            <p:ph idx="6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6675" y="1352650"/>
            <a:ext cx="738900" cy="738900"/>
          </a:xfrm>
          <a:prstGeom prst="rect">
            <a:avLst/>
          </a:prstGeom>
        </p:spPr>
      </p:pic>
      <p:sp>
        <p:nvSpPr>
          <p:cNvPr id="447" name="Google Shape;447;p71"/>
          <p:cNvSpPr txBox="1"/>
          <p:nvPr>
            <p:ph idx="7" type="body"/>
          </p:nvPr>
        </p:nvSpPr>
        <p:spPr>
          <a:xfrm>
            <a:off x="5987883" y="1638125"/>
            <a:ext cx="24306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documents are stored in indexes to enable fast and accurate retrieval.</a:t>
            </a:r>
            <a:endParaRPr/>
          </a:p>
        </p:txBody>
      </p:sp>
      <p:sp>
        <p:nvSpPr>
          <p:cNvPr id="448" name="Google Shape;448;p71"/>
          <p:cNvSpPr txBox="1"/>
          <p:nvPr>
            <p:ph idx="8" type="subTitle"/>
          </p:nvPr>
        </p:nvSpPr>
        <p:spPr>
          <a:xfrm>
            <a:off x="5988683" y="1364175"/>
            <a:ext cx="24306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 SemiBold"/>
                <a:ea typeface="Lexend SemiBold"/>
                <a:cs typeface="Lexend SemiBold"/>
                <a:sym typeface="Lexend SemiBold"/>
              </a:rPr>
              <a:t>INDEXING</a:t>
            </a:r>
            <a:endParaRPr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descr="Icon with three dots in a circle." id="449" name="Google Shape;449;p71"/>
          <p:cNvPicPr preferRelativeResize="0"/>
          <p:nvPr>
            <p:ph idx="9" type="pic"/>
          </p:nvPr>
        </p:nvPicPr>
        <p:blipFill rotWithShape="1">
          <a:blip r:embed="rId4">
            <a:alphaModFix/>
          </a:blip>
          <a:srcRect b="0" l="209" r="199" t="0"/>
          <a:stretch/>
        </p:blipFill>
        <p:spPr>
          <a:xfrm>
            <a:off x="939900" y="3182036"/>
            <a:ext cx="738900" cy="738900"/>
          </a:xfrm>
          <a:prstGeom prst="rect">
            <a:avLst/>
          </a:prstGeom>
        </p:spPr>
      </p:pic>
      <p:sp>
        <p:nvSpPr>
          <p:cNvPr id="450" name="Google Shape;450;p71"/>
          <p:cNvSpPr txBox="1"/>
          <p:nvPr>
            <p:ph idx="13" type="body"/>
          </p:nvPr>
        </p:nvSpPr>
        <p:spPr>
          <a:xfrm>
            <a:off x="1774150" y="3467511"/>
            <a:ext cx="24306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Retrieved sources are used by the model to generate grounded legal responses.</a:t>
            </a:r>
            <a:endParaRPr/>
          </a:p>
        </p:txBody>
      </p:sp>
      <p:sp>
        <p:nvSpPr>
          <p:cNvPr id="451" name="Google Shape;451;p71"/>
          <p:cNvSpPr txBox="1"/>
          <p:nvPr>
            <p:ph idx="14" type="subTitle"/>
          </p:nvPr>
        </p:nvSpPr>
        <p:spPr>
          <a:xfrm>
            <a:off x="1774950" y="3193561"/>
            <a:ext cx="24306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 SemiBold"/>
                <a:ea typeface="Lexend SemiBold"/>
                <a:cs typeface="Lexend SemiBold"/>
                <a:sym typeface="Lexend SemiBold"/>
              </a:rPr>
              <a:t>GENERATION</a:t>
            </a:r>
            <a:endParaRPr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descr="Icon with subdivided square." id="452" name="Google Shape;452;p71"/>
          <p:cNvPicPr preferRelativeResize="0"/>
          <p:nvPr>
            <p:ph idx="15" type="pic"/>
          </p:nvPr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96675" y="3182036"/>
            <a:ext cx="738900" cy="738900"/>
          </a:xfrm>
          <a:prstGeom prst="rect">
            <a:avLst/>
          </a:prstGeom>
        </p:spPr>
      </p:pic>
      <p:sp>
        <p:nvSpPr>
          <p:cNvPr id="453" name="Google Shape;453;p71"/>
          <p:cNvSpPr txBox="1"/>
          <p:nvPr>
            <p:ph idx="16" type="body"/>
          </p:nvPr>
        </p:nvSpPr>
        <p:spPr>
          <a:xfrm>
            <a:off x="5987883" y="3467511"/>
            <a:ext cx="24306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Users can see which documents influenced the answer, improving trust and verification.</a:t>
            </a:r>
            <a:endParaRPr/>
          </a:p>
        </p:txBody>
      </p:sp>
      <p:sp>
        <p:nvSpPr>
          <p:cNvPr id="454" name="Google Shape;454;p71"/>
          <p:cNvSpPr txBox="1"/>
          <p:nvPr>
            <p:ph idx="17" type="subTitle"/>
          </p:nvPr>
        </p:nvSpPr>
        <p:spPr>
          <a:xfrm>
            <a:off x="5988683" y="3193561"/>
            <a:ext cx="24306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 SemiBold"/>
                <a:ea typeface="Lexend SemiBold"/>
                <a:cs typeface="Lexend SemiBold"/>
                <a:sym typeface="Lexend SemiBold"/>
              </a:rPr>
              <a:t>TRANSPARENCY</a:t>
            </a:r>
            <a:endParaRPr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cxnSp>
        <p:nvCxnSpPr>
          <p:cNvPr id="455" name="Google Shape;455;p71"/>
          <p:cNvCxnSpPr/>
          <p:nvPr/>
        </p:nvCxnSpPr>
        <p:spPr>
          <a:xfrm>
            <a:off x="4572000" y="1118209"/>
            <a:ext cx="0" cy="3482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6" name="Google Shape;456;p71"/>
          <p:cNvCxnSpPr/>
          <p:nvPr/>
        </p:nvCxnSpPr>
        <p:spPr>
          <a:xfrm rot="10800000">
            <a:off x="523501" y="2804654"/>
            <a:ext cx="8097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7" name="Google Shape;457;p71"/>
          <p:cNvCxnSpPr/>
          <p:nvPr/>
        </p:nvCxnSpPr>
        <p:spPr>
          <a:xfrm>
            <a:off x="4572000" y="1118209"/>
            <a:ext cx="0" cy="3482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" name="Google Shape;458;p71"/>
          <p:cNvCxnSpPr/>
          <p:nvPr/>
        </p:nvCxnSpPr>
        <p:spPr>
          <a:xfrm rot="10800000">
            <a:off x="523501" y="2804654"/>
            <a:ext cx="8097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con with several boxes." id="459" name="Google Shape;459;p71"/>
          <p:cNvPicPr preferRelativeResize="0"/>
          <p:nvPr>
            <p:ph idx="6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5250" y="1476700"/>
            <a:ext cx="738900" cy="738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2"/>
          <p:cNvSpPr txBox="1"/>
          <p:nvPr>
            <p:ph type="title"/>
          </p:nvPr>
        </p:nvSpPr>
        <p:spPr>
          <a:xfrm>
            <a:off x="443250" y="289225"/>
            <a:ext cx="8177700" cy="10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Agentic RAG: From Single Query to Iterative Reasoning</a:t>
            </a:r>
            <a:endParaRPr sz="2400"/>
          </a:p>
        </p:txBody>
      </p:sp>
      <p:cxnSp>
        <p:nvCxnSpPr>
          <p:cNvPr id="465" name="Google Shape;465;p72"/>
          <p:cNvCxnSpPr>
            <a:endCxn id="464" idx="3"/>
          </p:cNvCxnSpPr>
          <p:nvPr/>
        </p:nvCxnSpPr>
        <p:spPr>
          <a:xfrm>
            <a:off x="523050" y="808975"/>
            <a:ext cx="80979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466" name="Google Shape;466;p72"/>
          <p:cNvGraphicFramePr/>
          <p:nvPr/>
        </p:nvGraphicFramePr>
        <p:xfrm>
          <a:off x="661600" y="109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{613367D5-5009-4A42-B736-3070F1444A31}</a:tableStyleId>
              </a:tblPr>
              <a:tblGrid>
                <a:gridCol w="2606925"/>
                <a:gridCol w="2606925"/>
                <a:gridCol w="2606925"/>
              </a:tblGrid>
              <a:tr h="436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 SemiBold"/>
                          <a:ea typeface="Lexend SemiBold"/>
                          <a:cs typeface="Lexend SemiBold"/>
                          <a:sym typeface="Lexend SemiBold"/>
                        </a:rPr>
                        <a:t>Feature </a:t>
                      </a:r>
                      <a:endParaRPr>
                        <a:solidFill>
                          <a:schemeClr val="dk1"/>
                        </a:solidFill>
                        <a:latin typeface="Lexend SemiBold"/>
                        <a:ea typeface="Lexend SemiBold"/>
                        <a:cs typeface="Lexend SemiBold"/>
                        <a:sym typeface="Lexend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 SemiBold"/>
                          <a:ea typeface="Lexend SemiBold"/>
                          <a:cs typeface="Lexend SemiBold"/>
                          <a:sym typeface="Lexend SemiBold"/>
                        </a:rPr>
                        <a:t>Naive RAG</a:t>
                      </a:r>
                      <a:endParaRPr>
                        <a:solidFill>
                          <a:schemeClr val="dk1"/>
                        </a:solidFill>
                        <a:latin typeface="Lexend SemiBold"/>
                        <a:ea typeface="Lexend SemiBold"/>
                        <a:cs typeface="Lexend SemiBold"/>
                        <a:sym typeface="Lexend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 SemiBold"/>
                          <a:ea typeface="Lexend SemiBold"/>
                          <a:cs typeface="Lexend SemiBold"/>
                          <a:sym typeface="Lexend SemiBold"/>
                        </a:rPr>
                        <a:t>Agentic Search</a:t>
                      </a:r>
                      <a:endParaRPr>
                        <a:solidFill>
                          <a:schemeClr val="dk1"/>
                        </a:solidFill>
                        <a:latin typeface="Lexend SemiBold"/>
                        <a:ea typeface="Lexend SemiBold"/>
                        <a:cs typeface="Lexend SemiBold"/>
                        <a:sym typeface="Lexend SemiBold"/>
                      </a:endParaRPr>
                    </a:p>
                  </a:txBody>
                  <a:tcPr marT="91425" marB="91425" marR="91425" marL="91425"/>
                </a:tc>
              </a:tr>
              <a:tr h="83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 SemiBold"/>
                          <a:ea typeface="Lexend SemiBold"/>
                          <a:cs typeface="Lexend SemiBold"/>
                          <a:sym typeface="Lexend SemiBold"/>
                        </a:rPr>
                        <a:t>Workflow</a:t>
                      </a:r>
                      <a:endParaRPr>
                        <a:solidFill>
                          <a:schemeClr val="dk1"/>
                        </a:solidFill>
                        <a:latin typeface="Lexend SemiBold"/>
                        <a:ea typeface="Lexend SemiBold"/>
                        <a:cs typeface="Lexend SemiBold"/>
                        <a:sym typeface="Lexend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Fixed “retrieve then read” sequence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Dynamic, multi-step process with query refinement and iterative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retrieval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104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 SemiBold"/>
                          <a:ea typeface="Lexend SemiBold"/>
                          <a:cs typeface="Lexend SemiBold"/>
                          <a:sym typeface="Lexend SemiBold"/>
                        </a:rPr>
                        <a:t>Decision Making</a:t>
                      </a:r>
                      <a:endParaRPr>
                        <a:solidFill>
                          <a:schemeClr val="dk1"/>
                        </a:solidFill>
                        <a:latin typeface="Lexend SemiBold"/>
                        <a:ea typeface="Lexend SemiBold"/>
                        <a:cs typeface="Lexend SemiBold"/>
                        <a:sym typeface="Lexend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None (follows predetermined path)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Agent actively decides when and how to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retrieve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more information using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appropriate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tools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83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 SemiBold"/>
                          <a:ea typeface="Lexend SemiBold"/>
                          <a:cs typeface="Lexend SemiBold"/>
                          <a:sym typeface="Lexend SemiBold"/>
                        </a:rPr>
                        <a:t>Data Sources</a:t>
                      </a:r>
                      <a:endParaRPr>
                        <a:solidFill>
                          <a:schemeClr val="dk1"/>
                        </a:solidFill>
                        <a:latin typeface="Lexend SemiBold"/>
                        <a:ea typeface="Lexend SemiBold"/>
                        <a:cs typeface="Lexend SemiBold"/>
                        <a:sym typeface="Lexend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single, typically unstructured knowledge base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 sources (internal documents, legal databases, web structured data)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62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 SemiBold"/>
                          <a:ea typeface="Lexend SemiBold"/>
                          <a:cs typeface="Lexend SemiBold"/>
                          <a:sym typeface="Lexend SemiBold"/>
                        </a:rPr>
                        <a:t>Context Management</a:t>
                      </a:r>
                      <a:endParaRPr>
                        <a:solidFill>
                          <a:schemeClr val="dk1"/>
                        </a:solidFill>
                        <a:latin typeface="Lexend SemiBold"/>
                        <a:ea typeface="Lexend SemiBold"/>
                        <a:cs typeface="Lexend SemiBold"/>
                        <a:sym typeface="Lexend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Static context window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Dynamic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context building across multiple tool calls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73"/>
          <p:cNvSpPr txBox="1"/>
          <p:nvPr>
            <p:ph type="title"/>
          </p:nvPr>
        </p:nvSpPr>
        <p:spPr>
          <a:xfrm>
            <a:off x="443250" y="289225"/>
            <a:ext cx="8177700" cy="10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Harvey’s Agentic Search in Action </a:t>
            </a:r>
            <a:endParaRPr sz="2400"/>
          </a:p>
        </p:txBody>
      </p:sp>
      <p:cxnSp>
        <p:nvCxnSpPr>
          <p:cNvPr id="472" name="Google Shape;472;p73"/>
          <p:cNvCxnSpPr>
            <a:endCxn id="471" idx="3"/>
          </p:cNvCxnSpPr>
          <p:nvPr/>
        </p:nvCxnSpPr>
        <p:spPr>
          <a:xfrm>
            <a:off x="523050" y="808975"/>
            <a:ext cx="80979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3" name="Google Shape;473;p73"/>
          <p:cNvPicPr preferRelativeResize="0"/>
          <p:nvPr/>
        </p:nvPicPr>
        <p:blipFill rotWithShape="1">
          <a:blip r:embed="rId3">
            <a:alphaModFix/>
          </a:blip>
          <a:srcRect b="6973" l="2606" r="11098" t="3050"/>
          <a:stretch/>
        </p:blipFill>
        <p:spPr>
          <a:xfrm>
            <a:off x="523050" y="895750"/>
            <a:ext cx="5331650" cy="3013901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73"/>
          <p:cNvSpPr txBox="1"/>
          <p:nvPr/>
        </p:nvSpPr>
        <p:spPr>
          <a:xfrm>
            <a:off x="6268500" y="1879350"/>
            <a:ext cx="1883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Source prediction improved from near zero to 0.8-0.9</a:t>
            </a:r>
            <a:r>
              <a:rPr lang="en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5" name="Google Shape;475;p73"/>
          <p:cNvSpPr txBox="1"/>
          <p:nvPr/>
        </p:nvSpPr>
        <p:spPr>
          <a:xfrm>
            <a:off x="547500" y="3996425"/>
            <a:ext cx="83052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The agent uses the ReAct reasoning loop — after each retrieval it evaluates relevance, checks for gaps, and only stops when it has enough evidence to generate a confident, citation-backed answer</a:t>
            </a:r>
            <a:endParaRPr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/>
          <p:nvPr>
            <p:ph type="title"/>
          </p:nvPr>
        </p:nvSpPr>
        <p:spPr>
          <a:xfrm>
            <a:off x="443250" y="289225"/>
            <a:ext cx="8177700" cy="10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Harvey AI: Challenges in Practice</a:t>
            </a:r>
            <a:endParaRPr sz="2400"/>
          </a:p>
        </p:txBody>
      </p:sp>
      <p:cxnSp>
        <p:nvCxnSpPr>
          <p:cNvPr id="481" name="Google Shape;481;p74"/>
          <p:cNvCxnSpPr>
            <a:endCxn id="480" idx="3"/>
          </p:cNvCxnSpPr>
          <p:nvPr/>
        </p:nvCxnSpPr>
        <p:spPr>
          <a:xfrm>
            <a:off x="523050" y="808975"/>
            <a:ext cx="80979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74"/>
          <p:cNvSpPr txBox="1"/>
          <p:nvPr/>
        </p:nvSpPr>
        <p:spPr>
          <a:xfrm>
            <a:off x="523050" y="1328725"/>
            <a:ext cx="80979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Source Selection</a:t>
            </a:r>
            <a:endParaRPr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Lawyers ask implicit questions like “What’s our exposure on termination provisions?”. The agent </a:t>
            </a:r>
            <a:r>
              <a:rPr lang="en" sz="12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doesn't</a:t>
            </a:r>
            <a:r>
              <a:rPr lang="en" sz="12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 know which sources to query without explicit guidance. </a:t>
            </a:r>
            <a:endParaRPr sz="12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Effort Calibration </a:t>
            </a:r>
            <a:endParaRPr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Simple questions need 1-2 </a:t>
            </a:r>
            <a:r>
              <a:rPr lang="en" sz="12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retrieval</a:t>
            </a:r>
            <a:r>
              <a:rPr lang="en" sz="12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 rounds. Complex multi-</a:t>
            </a:r>
            <a:r>
              <a:rPr lang="en" sz="12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jurisdictional</a:t>
            </a:r>
            <a:r>
              <a:rPr lang="en" sz="12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 queries need 10+. Initially </a:t>
            </a:r>
            <a:r>
              <a:rPr lang="en" sz="12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Harvey's</a:t>
            </a:r>
            <a:r>
              <a:rPr lang="en" sz="12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 system treated all queries the same. </a:t>
            </a:r>
            <a:endParaRPr sz="12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Multi-Source Citation Quality </a:t>
            </a:r>
            <a:endParaRPr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Citations optimized for a single source break down when </a:t>
            </a:r>
            <a:r>
              <a:rPr lang="en" sz="12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pulling</a:t>
            </a:r>
            <a:r>
              <a:rPr lang="en" sz="12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 from many </a:t>
            </a:r>
            <a:r>
              <a:rPr lang="en" sz="12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simultaneously. Required extensive re-benchmarking</a:t>
            </a:r>
            <a:endParaRPr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5"/>
          <p:cNvSpPr txBox="1"/>
          <p:nvPr>
            <p:ph type="title"/>
          </p:nvPr>
        </p:nvSpPr>
        <p:spPr>
          <a:xfrm>
            <a:off x="443250" y="289225"/>
            <a:ext cx="8177700" cy="10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Solution: </a:t>
            </a:r>
            <a:r>
              <a:rPr lang="en" sz="2400"/>
              <a:t>Privacy</a:t>
            </a:r>
            <a:r>
              <a:rPr lang="en" sz="2400"/>
              <a:t>-First Evaluation  Flywheel </a:t>
            </a:r>
            <a:r>
              <a:rPr lang="en" sz="2400"/>
              <a:t> </a:t>
            </a:r>
            <a:endParaRPr sz="2400"/>
          </a:p>
        </p:txBody>
      </p:sp>
      <p:cxnSp>
        <p:nvCxnSpPr>
          <p:cNvPr id="488" name="Google Shape;488;p75"/>
          <p:cNvCxnSpPr>
            <a:endCxn id="487" idx="3"/>
          </p:cNvCxnSpPr>
          <p:nvPr/>
        </p:nvCxnSpPr>
        <p:spPr>
          <a:xfrm>
            <a:off x="523050" y="808975"/>
            <a:ext cx="80979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9" name="Google Shape;489;p75"/>
          <p:cNvSpPr/>
          <p:nvPr/>
        </p:nvSpPr>
        <p:spPr>
          <a:xfrm>
            <a:off x="523050" y="1108125"/>
            <a:ext cx="2238300" cy="118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Applied Legal Researcher Develop Evaluation Datasets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0" name="Google Shape;490;p75"/>
          <p:cNvSpPr/>
          <p:nvPr/>
        </p:nvSpPr>
        <p:spPr>
          <a:xfrm>
            <a:off x="3452850" y="1108125"/>
            <a:ext cx="2238300" cy="118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Rapid Prototyping and Testing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1" name="Google Shape;491;p75"/>
          <p:cNvSpPr/>
          <p:nvPr/>
        </p:nvSpPr>
        <p:spPr>
          <a:xfrm>
            <a:off x="6382650" y="1108125"/>
            <a:ext cx="2238300" cy="118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Tool Design and System Prompt Improvements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2" name="Google Shape;492;p75"/>
          <p:cNvSpPr/>
          <p:nvPr/>
        </p:nvSpPr>
        <p:spPr>
          <a:xfrm>
            <a:off x="523050" y="3269075"/>
            <a:ext cx="2238300" cy="118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Feedback Patterns and Support Tickets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3" name="Google Shape;493;p75"/>
          <p:cNvSpPr/>
          <p:nvPr/>
        </p:nvSpPr>
        <p:spPr>
          <a:xfrm>
            <a:off x="3452850" y="3269075"/>
            <a:ext cx="2238300" cy="118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Production Deployment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4" name="Google Shape;494;p75"/>
          <p:cNvSpPr/>
          <p:nvPr/>
        </p:nvSpPr>
        <p:spPr>
          <a:xfrm>
            <a:off x="6382650" y="3269075"/>
            <a:ext cx="2238300" cy="118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Offline Evaluation on Langsmith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5" name="Google Shape;495;p75"/>
          <p:cNvSpPr/>
          <p:nvPr/>
        </p:nvSpPr>
        <p:spPr>
          <a:xfrm>
            <a:off x="2814000" y="1597575"/>
            <a:ext cx="586200" cy="20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6" name="Google Shape;496;p75"/>
          <p:cNvSpPr/>
          <p:nvPr/>
        </p:nvSpPr>
        <p:spPr>
          <a:xfrm>
            <a:off x="5743800" y="1597575"/>
            <a:ext cx="586200" cy="20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7" name="Google Shape;497;p75"/>
          <p:cNvSpPr/>
          <p:nvPr/>
        </p:nvSpPr>
        <p:spPr>
          <a:xfrm rot="10798241">
            <a:off x="2814046" y="3758547"/>
            <a:ext cx="586200" cy="20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8" name="Google Shape;498;p75"/>
          <p:cNvSpPr/>
          <p:nvPr/>
        </p:nvSpPr>
        <p:spPr>
          <a:xfrm rot="10798241">
            <a:off x="5743796" y="3758547"/>
            <a:ext cx="586200" cy="20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9" name="Google Shape;499;p75"/>
          <p:cNvSpPr/>
          <p:nvPr/>
        </p:nvSpPr>
        <p:spPr>
          <a:xfrm rot="5398241">
            <a:off x="7208696" y="2678047"/>
            <a:ext cx="586200" cy="20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0" name="Google Shape;500;p75"/>
          <p:cNvSpPr/>
          <p:nvPr/>
        </p:nvSpPr>
        <p:spPr>
          <a:xfrm rot="-5401759">
            <a:off x="1349096" y="2678047"/>
            <a:ext cx="586200" cy="20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76"/>
          <p:cNvSpPr txBox="1"/>
          <p:nvPr>
            <p:ph type="title"/>
          </p:nvPr>
        </p:nvSpPr>
        <p:spPr>
          <a:xfrm>
            <a:off x="443250" y="289225"/>
            <a:ext cx="8177700" cy="10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Traditional vs Agentic</a:t>
            </a:r>
            <a:r>
              <a:rPr lang="en" sz="2400"/>
              <a:t>  </a:t>
            </a:r>
            <a:endParaRPr sz="2400"/>
          </a:p>
        </p:txBody>
      </p:sp>
      <p:cxnSp>
        <p:nvCxnSpPr>
          <p:cNvPr id="506" name="Google Shape;506;p76"/>
          <p:cNvCxnSpPr>
            <a:endCxn id="505" idx="3"/>
          </p:cNvCxnSpPr>
          <p:nvPr/>
        </p:nvCxnSpPr>
        <p:spPr>
          <a:xfrm>
            <a:off x="523050" y="808975"/>
            <a:ext cx="80979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07" name="Google Shape;507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938" y="1065600"/>
            <a:ext cx="5229925" cy="403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77"/>
          <p:cNvSpPr txBox="1"/>
          <p:nvPr>
            <p:ph type="title"/>
          </p:nvPr>
        </p:nvSpPr>
        <p:spPr>
          <a:xfrm>
            <a:off x="443250" y="289225"/>
            <a:ext cx="8177700" cy="10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Conclusions</a:t>
            </a:r>
            <a:r>
              <a:rPr lang="en" sz="2400"/>
              <a:t> </a:t>
            </a:r>
            <a:endParaRPr sz="2400"/>
          </a:p>
        </p:txBody>
      </p:sp>
      <p:cxnSp>
        <p:nvCxnSpPr>
          <p:cNvPr id="513" name="Google Shape;513;p77"/>
          <p:cNvCxnSpPr>
            <a:endCxn id="512" idx="3"/>
          </p:cNvCxnSpPr>
          <p:nvPr/>
        </p:nvCxnSpPr>
        <p:spPr>
          <a:xfrm>
            <a:off x="523050" y="808975"/>
            <a:ext cx="80979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4" name="Google Shape;514;p77"/>
          <p:cNvSpPr txBox="1"/>
          <p:nvPr/>
        </p:nvSpPr>
        <p:spPr>
          <a:xfrm>
            <a:off x="523050" y="1328725"/>
            <a:ext cx="80979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Char char="-"/>
            </a:pPr>
            <a:r>
              <a:rPr lang="en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Traditional</a:t>
            </a:r>
            <a:r>
              <a:rPr lang="en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 RAG handles simple lookups. Agentic RAG handles how lawyers actually think. </a:t>
            </a:r>
            <a:endParaRPr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Char char="-"/>
            </a:pPr>
            <a:r>
              <a:rPr lang="en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Harvey proves it works: precisions from near zero to 0.8-0.9, upto 10 retrieval rounds per query. </a:t>
            </a:r>
            <a:endParaRPr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Char char="-"/>
            </a:pPr>
            <a:r>
              <a:rPr lang="en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The tradeoff is real: higher latency, harder to explain, requires heavy investment in </a:t>
            </a:r>
            <a:r>
              <a:rPr lang="en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evaluation.</a:t>
            </a:r>
            <a:endParaRPr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Char char="-"/>
            </a:pPr>
            <a:r>
              <a:rPr lang="en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Legal AI is going agentic. </a:t>
            </a:r>
            <a:endParaRPr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78"/>
          <p:cNvSpPr txBox="1"/>
          <p:nvPr>
            <p:ph type="title"/>
          </p:nvPr>
        </p:nvSpPr>
        <p:spPr>
          <a:xfrm>
            <a:off x="443250" y="289225"/>
            <a:ext cx="8177700" cy="10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Resources</a:t>
            </a:r>
            <a:r>
              <a:rPr lang="en" sz="2400"/>
              <a:t> </a:t>
            </a:r>
            <a:endParaRPr sz="2400"/>
          </a:p>
        </p:txBody>
      </p:sp>
      <p:cxnSp>
        <p:nvCxnSpPr>
          <p:cNvPr id="520" name="Google Shape;520;p78"/>
          <p:cNvCxnSpPr>
            <a:endCxn id="519" idx="3"/>
          </p:cNvCxnSpPr>
          <p:nvPr/>
        </p:nvCxnSpPr>
        <p:spPr>
          <a:xfrm>
            <a:off x="523050" y="808975"/>
            <a:ext cx="80979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1" name="Google Shape;521;p78"/>
          <p:cNvSpPr txBox="1"/>
          <p:nvPr/>
        </p:nvSpPr>
        <p:spPr>
          <a:xfrm>
            <a:off x="523050" y="1328725"/>
            <a:ext cx="80979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Neha, Fnu, and Deepshikha Bhati. "Traditional RAG vs. Agentic RAG: A Comparative Study of Retrieval-Augmented Systems."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https://machine-learning-made-simple.medium.com/how-iqidis-uses-knowledge-intensive-rag-for-legal-ai-dd62776a4c25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https://www.harvey.ai/blog/how-agentic-search-unlocks-legal-research-intelligence</a:t>
            </a:r>
            <a:endParaRPr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duct Roadmap">
  <a:themeElements>
    <a:clrScheme name="Simple Light">
      <a:dk1>
        <a:srgbClr val="D32600"/>
      </a:dk1>
      <a:lt1>
        <a:srgbClr val="000000"/>
      </a:lt1>
      <a:dk2>
        <a:srgbClr val="FFFFFF"/>
      </a:dk2>
      <a:lt2>
        <a:srgbClr val="E57360"/>
      </a:lt2>
      <a:accent1>
        <a:srgbClr val="666666"/>
      </a:accent1>
      <a:accent2>
        <a:srgbClr val="B7B7B7"/>
      </a:accent2>
      <a:accent3>
        <a:srgbClr val="EFEFEF"/>
      </a:accent3>
      <a:accent4>
        <a:srgbClr val="F9EDE5"/>
      </a:accent4>
      <a:accent5>
        <a:srgbClr val="F3F3F3"/>
      </a:accent5>
      <a:accent6>
        <a:srgbClr val="F7F7F7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